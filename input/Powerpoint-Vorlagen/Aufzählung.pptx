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4"/>
  </p:notesMasterIdLst>
  <p:handoutMasterIdLst>
    <p:handoutMasterId r:id="rId5"/>
  </p:handoutMasterIdLst>
  <p:sldIdLst>
    <p:sldId id="1849" r:id="rId2"/>
    <p:sldId id="1850" r:id="rId3"/>
  </p:sldIdLst>
  <p:sldSz cx="9144000" cy="5143500" type="screen16x9"/>
  <p:notesSz cx="6797675" cy="9926638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5" autoAdjust="0"/>
    <p:restoredTop sz="89072" autoAdjust="0"/>
  </p:normalViewPr>
  <p:slideViewPr>
    <p:cSldViewPr>
      <p:cViewPr varScale="1">
        <p:scale>
          <a:sx n="129" d="100"/>
          <a:sy n="129" d="100"/>
        </p:scale>
        <p:origin x="168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28.04.24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Fundus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97741-CA39-6CC1-E9E6-E4CD3DAE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Ich bin eine Aufzählung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2B7C9C-D478-FB80-4031-B2F5E2BB49F3}"/>
              </a:ext>
            </a:extLst>
          </p:cNvPr>
          <p:cNvSpPr txBox="1">
            <a:spLocks/>
          </p:cNvSpPr>
          <p:nvPr/>
        </p:nvSpPr>
        <p:spPr>
          <a:xfrm>
            <a:off x="539552" y="1203598"/>
            <a:ext cx="8191822" cy="3428727"/>
          </a:xfrm>
          <a:prstGeom prst="rect">
            <a:avLst/>
          </a:prstGeom>
        </p:spPr>
        <p:txBody>
          <a:bodyPr/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Erste Ebene</a:t>
            </a:r>
          </a:p>
          <a:p>
            <a:r>
              <a:rPr lang="de-DE" dirty="0"/>
              <a:t>Auch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4691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97741-CA39-6CC1-E9E6-E4CD3DAE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Aufzählung mit 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2B7C9C-D478-FB80-4031-B2F5E2BB49F3}"/>
              </a:ext>
            </a:extLst>
          </p:cNvPr>
          <p:cNvSpPr txBox="1">
            <a:spLocks/>
          </p:cNvSpPr>
          <p:nvPr/>
        </p:nvSpPr>
        <p:spPr>
          <a:xfrm>
            <a:off x="539552" y="1203598"/>
            <a:ext cx="8191822" cy="3428727"/>
          </a:xfrm>
          <a:prstGeom prst="rect">
            <a:avLst/>
          </a:prstGeom>
        </p:spPr>
        <p:txBody>
          <a:bodyPr/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>
                <a:latin typeface="Rajdhani" panose="02000000000000000000" pitchFamily="2" charset="77"/>
                <a:cs typeface="Rajdhani" panose="02000000000000000000" pitchFamily="2" charset="77"/>
              </a:rPr>
              <a:t>Dies ist die Überschrift in fett</a:t>
            </a:r>
          </a:p>
          <a:p>
            <a:r>
              <a:rPr lang="de-DE" dirty="0"/>
              <a:t>Punkt 1 </a:t>
            </a:r>
          </a:p>
          <a:p>
            <a:r>
              <a:rPr lang="de-DE" dirty="0"/>
              <a:t>Punkt 2</a:t>
            </a:r>
          </a:p>
          <a:p>
            <a:r>
              <a:rPr lang="de-DE" dirty="0"/>
              <a:t>Punkt 3</a:t>
            </a:r>
          </a:p>
        </p:txBody>
      </p:sp>
    </p:spTree>
    <p:extLst>
      <p:ext uri="{BB962C8B-B14F-4D97-AF65-F5344CB8AC3E}">
        <p14:creationId xmlns:p14="http://schemas.microsoft.com/office/powerpoint/2010/main" val="5399606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Macintosh PowerPoint</Application>
  <PresentationFormat>Bildschirmpräsentation (16:9)</PresentationFormat>
  <Paragraphs>12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3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Ich bin eine Aufzählung</vt:lpstr>
      <vt:lpstr>Aufzählung mit Überschrift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33</cp:revision>
  <dcterms:created xsi:type="dcterms:W3CDTF">2023-04-26T09:40:20Z</dcterms:created>
  <dcterms:modified xsi:type="dcterms:W3CDTF">2024-04-28T15:10:30Z</dcterms:modified>
</cp:coreProperties>
</file>