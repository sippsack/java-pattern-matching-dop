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682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26.04.24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44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 err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ppt</a:t>
            </a: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 Template Präsentation 2023-02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41DF3C54-BD89-4A45-A492-644CC8002874}"/>
              </a:ext>
            </a:extLst>
          </p:cNvPr>
          <p:cNvSpPr txBox="1">
            <a:spLocks/>
          </p:cNvSpPr>
          <p:nvPr/>
        </p:nvSpPr>
        <p:spPr>
          <a:xfrm>
            <a:off x="-108520" y="123478"/>
            <a:ext cx="4032448" cy="16276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8800" b="1" dirty="0">
                <a:solidFill>
                  <a:schemeClr val="tx2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Übung.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092" y="2067694"/>
            <a:ext cx="4246907" cy="1090519"/>
          </a:xfrm>
        </p:spPr>
        <p:txBody>
          <a:bodyPr/>
          <a:lstStyle/>
          <a:p>
            <a:pPr algn="l"/>
            <a:r>
              <a:rPr lang="de-DE" sz="4200" b="1" dirty="0">
                <a:solidFill>
                  <a:schemeClr val="bg1"/>
                </a:solidFill>
                <a:latin typeface="Rajdhani" panose="02000000000000000000" pitchFamily="2" charset="77"/>
                <a:ea typeface="Helvetica Neue Condensed Black" panose="02000503000000020004" pitchFamily="2" charset="0"/>
                <a:cs typeface="Rajdhani" panose="02000000000000000000" pitchFamily="2" charset="77"/>
              </a:rPr>
              <a:t>Technische Schuld detaillieren…</a:t>
            </a:r>
            <a:endParaRPr lang="de-DE" sz="4200" b="1" dirty="0">
              <a:solidFill>
                <a:schemeClr val="bg1"/>
              </a:solidFill>
              <a:latin typeface="Rajdhani" panose="02000000000000000000" pitchFamily="2" charset="77"/>
              <a:cs typeface="Rajdhani" panose="02000000000000000000" pitchFamily="2" charset="77"/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093" y="3219822"/>
            <a:ext cx="4032448" cy="1800200"/>
          </a:xfrm>
        </p:spPr>
        <p:txBody>
          <a:bodyPr>
            <a:normAutofit/>
          </a:bodyPr>
          <a:lstStyle/>
          <a:p>
            <a:pPr algn="l"/>
            <a:r>
              <a:rPr lang="de-AT" sz="1800" dirty="0">
                <a:solidFill>
                  <a:schemeClr val="bg1"/>
                </a:solidFill>
              </a:rPr>
              <a:t>Identifiziert technische Schulden im </a:t>
            </a:r>
            <a:br>
              <a:rPr lang="de-AT" sz="1800" dirty="0">
                <a:solidFill>
                  <a:schemeClr val="bg1"/>
                </a:solidFill>
              </a:rPr>
            </a:br>
            <a:r>
              <a:rPr lang="de-AT" sz="1800" dirty="0">
                <a:solidFill>
                  <a:schemeClr val="bg1"/>
                </a:solidFill>
              </a:rPr>
              <a:t>Murmelbahn System und wählt eine Schuld mit architektonischer Relevanz. Entscheidet nachvollziehbar wie weiter damit umzugehen ist. </a:t>
            </a:r>
          </a:p>
          <a:p>
            <a:pPr algn="l"/>
            <a:endParaRPr lang="de-AT" sz="1800" dirty="0">
              <a:solidFill>
                <a:schemeClr val="bg1"/>
              </a:solidFill>
            </a:endParaRPr>
          </a:p>
        </p:txBody>
      </p:sp>
      <p:pic>
        <p:nvPicPr>
          <p:cNvPr id="6" name="Grafik 5" descr="Ein Bild, das Kreis, Symbol enthält.&#10;&#10;Automatisch generierte Beschreibung">
            <a:extLst>
              <a:ext uri="{FF2B5EF4-FFF2-40B4-BE49-F238E27FC236}">
                <a16:creationId xmlns:a16="http://schemas.microsoft.com/office/drawing/2014/main" id="{C197A414-522B-1341-8F94-487BC271DF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5" t="35300" r="47202" b="43700"/>
          <a:stretch/>
        </p:blipFill>
        <p:spPr>
          <a:xfrm>
            <a:off x="4587302" y="349677"/>
            <a:ext cx="900535" cy="900535"/>
          </a:xfrm>
          <a:prstGeom prst="rect">
            <a:avLst/>
          </a:prstGeom>
        </p:spPr>
      </p:pic>
      <p:pic>
        <p:nvPicPr>
          <p:cNvPr id="7" name="Grafik 6" descr="Ein Bild, das Kreis, Symbol enthält.&#10;&#10;Automatisch generierte Beschreibung">
            <a:extLst>
              <a:ext uri="{FF2B5EF4-FFF2-40B4-BE49-F238E27FC236}">
                <a16:creationId xmlns:a16="http://schemas.microsoft.com/office/drawing/2014/main" id="{03CB63AE-4CF9-414D-9923-A029610FD9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92" r="39353" b="81436"/>
          <a:stretch/>
        </p:blipFill>
        <p:spPr>
          <a:xfrm>
            <a:off x="4615524" y="3075806"/>
            <a:ext cx="864248" cy="796097"/>
          </a:xfrm>
          <a:prstGeom prst="rect">
            <a:avLst/>
          </a:prstGeom>
        </p:spPr>
      </p:pic>
      <p:sp>
        <p:nvSpPr>
          <p:cNvPr id="13" name="Rectangle 17">
            <a:extLst>
              <a:ext uri="{FF2B5EF4-FFF2-40B4-BE49-F238E27FC236}">
                <a16:creationId xmlns:a16="http://schemas.microsoft.com/office/drawing/2014/main" id="{7102FDC4-F2C5-9E48-AD4E-437CEC77D3B5}"/>
              </a:ext>
            </a:extLst>
          </p:cNvPr>
          <p:cNvSpPr/>
          <p:nvPr/>
        </p:nvSpPr>
        <p:spPr>
          <a:xfrm>
            <a:off x="4893965" y="1238825"/>
            <a:ext cx="425003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§"/>
            </a:pP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Liste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mit gefundenen „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Schuldenkandidaten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“</a:t>
            </a:r>
          </a:p>
          <a:p>
            <a:pPr marL="342900" indent="-342900">
              <a:buFont typeface="Wingdings" charset="2"/>
              <a:buChar char="§"/>
            </a:pP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Detaillierung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einer Schuld im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Schuldentemplate</a:t>
            </a:r>
          </a:p>
          <a:p>
            <a:pPr marL="342900" indent="-342900">
              <a:buFont typeface="Wingdings" charset="2"/>
              <a:buChar char="§"/>
            </a:pP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Eine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Karte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mit Stichwörtern zu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Qualitäts-</a:t>
            </a:r>
            <a:r>
              <a:rPr lang="de-DE" sz="1600" b="1" dirty="0" err="1">
                <a:latin typeface="Rajdhani" panose="02000000000000000000" pitchFamily="2" charset="77"/>
                <a:cs typeface="Rajdhani" panose="02000000000000000000" pitchFamily="2" charset="77"/>
              </a:rPr>
              <a:t>vorteilen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bei einer Bearbeitung (für den </a:t>
            </a:r>
            <a:r>
              <a:rPr lang="de-DE" sz="1600" b="1" dirty="0" err="1">
                <a:latin typeface="Rajdhani" panose="02000000000000000000" pitchFamily="2" charset="77"/>
                <a:cs typeface="Rajdhani" panose="02000000000000000000" pitchFamily="2" charset="77"/>
              </a:rPr>
              <a:t>Backlog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)</a:t>
            </a:r>
          </a:p>
          <a:p>
            <a:pPr marL="342900" indent="-342900">
              <a:buFont typeface="Wingdings" charset="2"/>
              <a:buChar char="§"/>
            </a:pPr>
            <a:endParaRPr lang="de-DE" sz="16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0BA76099-0B07-044F-B697-1336C353F513}"/>
              </a:ext>
            </a:extLst>
          </p:cNvPr>
          <p:cNvSpPr txBox="1">
            <a:spLocks/>
          </p:cNvSpPr>
          <p:nvPr/>
        </p:nvSpPr>
        <p:spPr>
          <a:xfrm>
            <a:off x="5498473" y="469099"/>
            <a:ext cx="3419871" cy="564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ea typeface="+mj-ea"/>
                <a:cs typeface="Rajdhani" panose="02000000000000000000" pitchFamily="2" charset="77"/>
              </a:defRPr>
            </a:lvl1pPr>
          </a:lstStyle>
          <a:p>
            <a:pPr algn="l"/>
            <a:r>
              <a:rPr lang="de-DE" sz="2700" dirty="0">
                <a:solidFill>
                  <a:schemeClr val="tx1"/>
                </a:solidFill>
                <a:ea typeface="Helvetica Neue Condensed Black" panose="02000503000000020004" pitchFamily="2" charset="0"/>
              </a:rPr>
              <a:t>Geforderte Ergebnisse</a:t>
            </a:r>
            <a:endParaRPr lang="de-DE" sz="2700" dirty="0">
              <a:solidFill>
                <a:schemeClr val="tx1"/>
              </a:solidFill>
            </a:endParaRP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BD93C07D-050A-D74E-8C3D-D7BC0B7628F8}"/>
              </a:ext>
            </a:extLst>
          </p:cNvPr>
          <p:cNvSpPr txBox="1">
            <a:spLocks/>
          </p:cNvSpPr>
          <p:nvPr/>
        </p:nvSpPr>
        <p:spPr>
          <a:xfrm>
            <a:off x="5436096" y="3186946"/>
            <a:ext cx="3419871" cy="564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ea typeface="+mj-ea"/>
                <a:cs typeface="Rajdhani" panose="02000000000000000000" pitchFamily="2" charset="77"/>
              </a:defRPr>
            </a:lvl1pPr>
          </a:lstStyle>
          <a:p>
            <a:pPr algn="l"/>
            <a:r>
              <a:rPr lang="de-DE" sz="2700" dirty="0">
                <a:solidFill>
                  <a:schemeClr val="tx1"/>
                </a:solidFill>
                <a:ea typeface="Helvetica Neue Condensed Black" panose="02000503000000020004" pitchFamily="2" charset="0"/>
              </a:rPr>
              <a:t>Tipps &amp; Hinweise</a:t>
            </a:r>
            <a:endParaRPr lang="de-DE" sz="2700" dirty="0">
              <a:solidFill>
                <a:schemeClr val="tx1"/>
              </a:solidFill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37A53E99-D45B-7742-8320-66C9FBE14B40}"/>
              </a:ext>
            </a:extLst>
          </p:cNvPr>
          <p:cNvSpPr/>
          <p:nvPr/>
        </p:nvSpPr>
        <p:spPr>
          <a:xfrm>
            <a:off x="4893965" y="3871903"/>
            <a:ext cx="4250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spcAft>
                <a:spcPts val="225"/>
              </a:spcAft>
              <a:buFont typeface="Wingdings" charset="2"/>
              <a:buChar char="§"/>
            </a:pP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Schreibt auf die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Kartenrückseite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die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notwendigen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de-DE" sz="1600" b="1" dirty="0">
                <a:latin typeface="Rajdhani" panose="02000000000000000000" pitchFamily="2" charset="77"/>
                <a:cs typeface="Rajdhani" panose="02000000000000000000" pitchFamily="2" charset="77"/>
              </a:rPr>
              <a:t>Tätigkeiten</a:t>
            </a:r>
            <a:r>
              <a:rPr lang="de-DE" sz="16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für eure Beseitigungs- / Umschuldungsoption</a:t>
            </a:r>
          </a:p>
        </p:txBody>
      </p:sp>
    </p:spTree>
    <p:extLst>
      <p:ext uri="{BB962C8B-B14F-4D97-AF65-F5344CB8AC3E}">
        <p14:creationId xmlns:p14="http://schemas.microsoft.com/office/powerpoint/2010/main" val="43440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Macintosh PowerPoint</Application>
  <PresentationFormat>Bildschirmpräsentation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Helvetica Neue Condensed Black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Technische Schuld detaillieren…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26</cp:revision>
  <dcterms:created xsi:type="dcterms:W3CDTF">2023-04-26T09:40:20Z</dcterms:created>
  <dcterms:modified xsi:type="dcterms:W3CDTF">2024-04-26T06:49:53Z</dcterms:modified>
</cp:coreProperties>
</file>