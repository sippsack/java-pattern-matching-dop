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3"/>
  </p:notesMasterIdLst>
  <p:handoutMasterIdLst>
    <p:handoutMasterId r:id="rId4"/>
  </p:handoutMasterIdLst>
  <p:sldIdLst>
    <p:sldId id="1851" r:id="rId2"/>
  </p:sldIdLst>
  <p:sldSz cx="9144000" cy="5143500" type="screen16x9"/>
  <p:notesSz cx="6797675" cy="9926638"/>
  <p:custDataLst>
    <p:tags r:id="rId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5" autoAdjust="0"/>
    <p:restoredTop sz="89063" autoAdjust="0"/>
  </p:normalViewPr>
  <p:slideViewPr>
    <p:cSldViewPr>
      <p:cViewPr varScale="1">
        <p:scale>
          <a:sx n="130" d="100"/>
          <a:sy n="130" d="100"/>
        </p:scale>
        <p:origin x="1640" y="2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01.05.24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7D8D34-B164-2B82-260E-C0AA2D8A5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Zitat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E9F0A1-3B28-EB1C-CDBC-21B6E4D1C4B7}"/>
              </a:ext>
            </a:extLst>
          </p:cNvPr>
          <p:cNvSpPr/>
          <p:nvPr/>
        </p:nvSpPr>
        <p:spPr>
          <a:xfrm>
            <a:off x="-1323249" y="1603046"/>
            <a:ext cx="7983481" cy="62646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19">
            <a:extLst>
              <a:ext uri="{FF2B5EF4-FFF2-40B4-BE49-F238E27FC236}">
                <a16:creationId xmlns:a16="http://schemas.microsoft.com/office/drawing/2014/main" id="{E441BFFD-17C1-A4FC-4356-C89A69A50977}"/>
              </a:ext>
            </a:extLst>
          </p:cNvPr>
          <p:cNvSpPr txBox="1">
            <a:spLocks/>
          </p:cNvSpPr>
          <p:nvPr/>
        </p:nvSpPr>
        <p:spPr>
          <a:xfrm rot="21099101">
            <a:off x="1208795" y="1933716"/>
            <a:ext cx="6548212" cy="21577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defRPr lang="de-DE" sz="2800" b="0" i="1" u="none" strike="noStrike" kern="1200" smtClean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i="0" dirty="0">
                <a:solidFill>
                  <a:srgbClr val="333333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Ich habe viel Geld ausgegeben für Alkohol, Frauen und schnelle Autos. Den Rest habe ich einfach verprasst.</a:t>
            </a:r>
          </a:p>
          <a:p>
            <a:pPr marL="0" indent="0" algn="r">
              <a:buNone/>
            </a:pPr>
            <a:r>
              <a:rPr lang="en-US" sz="2400" i="0" dirty="0">
                <a:solidFill>
                  <a:srgbClr val="333333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(George Best)</a:t>
            </a:r>
            <a:endParaRPr lang="en-US" sz="2400" i="0" dirty="0">
              <a:latin typeface="Rajdhani Medium" panose="02000000000000000000" pitchFamily="2" charset="77"/>
              <a:cs typeface="Rajdhani Medium" panose="02000000000000000000" pitchFamily="2" charset="77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28193E5-F31A-1F4D-370C-D1BEE5AC03B0}"/>
              </a:ext>
            </a:extLst>
          </p:cNvPr>
          <p:cNvSpPr txBox="1"/>
          <p:nvPr/>
        </p:nvSpPr>
        <p:spPr>
          <a:xfrm rot="20932408">
            <a:off x="-242208" y="1904572"/>
            <a:ext cx="174171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800" b="0" i="0" dirty="0">
                <a:latin typeface="Sunrise International" pitchFamily="2" charset="77"/>
                <a:cs typeface="Blackadder ITC" panose="020F0502020204030204" pitchFamily="34" charset="0"/>
              </a:rPr>
              <a:t>&gt;&gt;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8F32447-E288-7548-DD42-3108752CFF7A}"/>
              </a:ext>
            </a:extLst>
          </p:cNvPr>
          <p:cNvSpPr txBox="1"/>
          <p:nvPr/>
        </p:nvSpPr>
        <p:spPr>
          <a:xfrm rot="20705969">
            <a:off x="7828850" y="633649"/>
            <a:ext cx="201753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800" b="0" i="0" dirty="0">
                <a:latin typeface="Sunrise International" pitchFamily="2" charset="77"/>
              </a:rPr>
              <a:t>&lt;&lt;</a:t>
            </a:r>
          </a:p>
        </p:txBody>
      </p:sp>
    </p:spTree>
    <p:extLst>
      <p:ext uri="{BB962C8B-B14F-4D97-AF65-F5344CB8AC3E}">
        <p14:creationId xmlns:p14="http://schemas.microsoft.com/office/powerpoint/2010/main" val="20874236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Macintosh PowerPoint</Application>
  <PresentationFormat>Bildschirmpräsentation (16:9)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3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Sunrise International</vt:lpstr>
      <vt:lpstr>Wingdings</vt:lpstr>
      <vt:lpstr>Benutzerdefiniertes Design</vt:lpstr>
      <vt:lpstr>Ein Zitat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35</cp:revision>
  <dcterms:created xsi:type="dcterms:W3CDTF">2023-04-26T09:40:20Z</dcterms:created>
  <dcterms:modified xsi:type="dcterms:W3CDTF">2024-05-01T16:15:52Z</dcterms:modified>
</cp:coreProperties>
</file>