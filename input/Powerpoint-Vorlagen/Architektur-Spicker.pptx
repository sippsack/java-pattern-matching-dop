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3"/>
  </p:notesMasterIdLst>
  <p:handoutMasterIdLst>
    <p:handoutMasterId r:id="rId4"/>
  </p:handoutMasterIdLst>
  <p:sldIdLst>
    <p:sldId id="1850" r:id="rId2"/>
  </p:sldIdLst>
  <p:sldSz cx="9144000" cy="5143500" type="screen16x9"/>
  <p:notesSz cx="6797675" cy="9926638"/>
  <p:custDataLst>
    <p:tags r:id="rId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5D9"/>
    <a:srgbClr val="F5EAAE"/>
    <a:srgbClr val="98D6F5"/>
    <a:srgbClr val="F5989C"/>
    <a:srgbClr val="7DC7AE"/>
    <a:srgbClr val="F6DC3B"/>
    <a:srgbClr val="46AFE2"/>
    <a:srgbClr val="EB3C44"/>
    <a:srgbClr val="E17A7C"/>
    <a:srgbClr val="EDAF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2" autoAdjust="0"/>
    <p:restoredTop sz="89219" autoAdjust="0"/>
  </p:normalViewPr>
  <p:slideViewPr>
    <p:cSldViewPr>
      <p:cViewPr varScale="1">
        <p:scale>
          <a:sx n="131" d="100"/>
          <a:sy n="131" d="100"/>
        </p:scale>
        <p:origin x="1048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66" d="100"/>
          <a:sy n="166" d="100"/>
        </p:scale>
        <p:origin x="1016" y="-264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41F7407-AA11-0AA5-08A1-A00412E616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973" y="235481"/>
            <a:ext cx="1656336" cy="49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25.04.24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0218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E253D8B-0981-0A1C-714E-92871B58F7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28763" y="4353520"/>
            <a:ext cx="1535725" cy="3782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5192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A30072A-D172-68C2-CF25-01FDBCB22676}"/>
              </a:ext>
            </a:extLst>
          </p:cNvPr>
          <p:cNvSpPr txBox="1"/>
          <p:nvPr userDrawn="1"/>
        </p:nvSpPr>
        <p:spPr>
          <a:xfrm rot="16200000">
            <a:off x="-256236" y="1072793"/>
            <a:ext cx="8640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noProof="1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embarc.de</a:t>
            </a:r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F33FC7C-0AB9-B579-BE30-6805EF50B9A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‹Nr.›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338671" y="3111193"/>
            <a:ext cx="3068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Spicker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C906175-C8F5-B95C-32E0-C2E149A49626}"/>
              </a:ext>
            </a:extLst>
          </p:cNvPr>
          <p:cNvSpPr txBox="1"/>
          <p:nvPr userDrawn="1"/>
        </p:nvSpPr>
        <p:spPr>
          <a:xfrm rot="16200000">
            <a:off x="-256236" y="1072793"/>
            <a:ext cx="8640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noProof="1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embarc.de</a:t>
            </a:r>
          </a:p>
        </p:txBody>
      </p:sp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051E1-84FE-1CBB-41EA-11C19FFB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Architektur-Spicker zum Thema …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89EF462-7C04-2C11-9D7E-49209072D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2" y="3668235"/>
            <a:ext cx="2808312" cy="64633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381000">
              <a:tabLst>
                <a:tab pos="190500" algn="l"/>
              </a:tabLst>
            </a:pPr>
            <a:r>
              <a:rPr lang="de-DE" dirty="0">
                <a:solidFill>
                  <a:srgbClr val="000000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PDF, 4 Seiten</a:t>
            </a:r>
          </a:p>
          <a:p>
            <a:pPr defTabSz="381000">
              <a:tabLst>
                <a:tab pos="190500" algn="l"/>
              </a:tabLst>
            </a:pPr>
            <a:r>
              <a:rPr lang="de-DE" dirty="0">
                <a:solidFill>
                  <a:srgbClr val="000000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Kostenloser Download.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1ED4B80D-9CBD-8A12-AA79-73EAC4E6370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924948" y="4511293"/>
            <a:ext cx="3452980" cy="371513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r"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è"/>
              <a:tabLst>
                <a:tab pos="265113" algn="l"/>
              </a:tabLst>
            </a:pPr>
            <a:r>
              <a:rPr lang="de-DE" noProof="1">
                <a:solidFill>
                  <a:schemeClr val="tx2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 </a:t>
            </a:r>
            <a:r>
              <a:rPr lang="de-DE" u="sng" noProof="1">
                <a:solidFill>
                  <a:schemeClr val="bg1">
                    <a:lumMod val="50000"/>
                  </a:schemeClr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architektur-spicker.de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A15797-6C8D-844B-73F4-13303A326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02" y="195486"/>
            <a:ext cx="3744417" cy="5304591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8" name="Rectangle 9">
            <a:extLst>
              <a:ext uri="{FF2B5EF4-FFF2-40B4-BE49-F238E27FC236}">
                <a16:creationId xmlns:a16="http://schemas.microsoft.com/office/drawing/2014/main" id="{6154FCB7-927A-13D9-C1DF-3053C9013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6957" y="2284247"/>
            <a:ext cx="3240360" cy="95410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285750">
              <a:tabLst>
                <a:tab pos="142875" algn="l"/>
              </a:tabLst>
            </a:pPr>
            <a:r>
              <a:rPr lang="de-DE" sz="2000" b="1" dirty="0">
                <a:latin typeface="Rajdhani" panose="02000000000000000000" pitchFamily="2" charset="77"/>
                <a:cs typeface="Rajdhani" panose="02000000000000000000" pitchFamily="2" charset="77"/>
              </a:rPr>
              <a:t>Architektur-Spicker #12</a:t>
            </a:r>
          </a:p>
          <a:p>
            <a:pPr defTabSz="285750">
              <a:tabLst>
                <a:tab pos="142875" algn="l"/>
              </a:tabLst>
            </a:pPr>
            <a:r>
              <a:rPr lang="de-DE" dirty="0">
                <a:latin typeface="Rajdhani Medium" panose="02000000000000000000" pitchFamily="2" charset="77"/>
                <a:cs typeface="Rajdhani Medium" panose="02000000000000000000" pitchFamily="2" charset="77"/>
              </a:rPr>
              <a:t>Leichtgewichtige Software Reviews mit LASR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13EB2DBE-FF07-04AA-090E-273E04C12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6956" y="1035400"/>
            <a:ext cx="4098720" cy="10156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285750">
              <a:tabLst>
                <a:tab pos="142875" algn="l"/>
              </a:tabLst>
            </a:pPr>
            <a:r>
              <a:rPr lang="de-DE" sz="20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„Mit unseren Architektur-</a:t>
            </a:r>
            <a:r>
              <a:rPr lang="de-DE" sz="2000" dirty="0" err="1">
                <a:latin typeface="Rajdhani Medium" panose="02000000000000000000" pitchFamily="2" charset="77"/>
                <a:cs typeface="Rajdhani Medium" panose="02000000000000000000" pitchFamily="2" charset="77"/>
              </a:rPr>
              <a:t>Spickern</a:t>
            </a:r>
            <a:r>
              <a:rPr lang="de-DE" sz="20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beleuchten wir die konzeptionelle Seite der Softwareentwicklung.“</a:t>
            </a:r>
          </a:p>
        </p:txBody>
      </p:sp>
      <p:sp>
        <p:nvSpPr>
          <p:cNvPr id="11" name="Dreieck 10">
            <a:extLst>
              <a:ext uri="{FF2B5EF4-FFF2-40B4-BE49-F238E27FC236}">
                <a16:creationId xmlns:a16="http://schemas.microsoft.com/office/drawing/2014/main" id="{4FED79ED-28B4-B1D7-5524-465AD474C6A4}"/>
              </a:ext>
            </a:extLst>
          </p:cNvPr>
          <p:cNvSpPr/>
          <p:nvPr/>
        </p:nvSpPr>
        <p:spPr>
          <a:xfrm rot="16200000">
            <a:off x="4494647" y="2602890"/>
            <a:ext cx="519801" cy="221078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27D98BE-522E-B1E6-528F-BA4AA305B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6956" y="3442775"/>
            <a:ext cx="864096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629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Benutzerdefiniert 2">
      <a:dk1>
        <a:srgbClr val="000000"/>
      </a:dk1>
      <a:lt1>
        <a:srgbClr val="FFFFFF"/>
      </a:lt1>
      <a:dk2>
        <a:srgbClr val="E17A7C"/>
      </a:dk2>
      <a:lt2>
        <a:srgbClr val="98D6F5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Macintosh PowerPoint</Application>
  <PresentationFormat>Bildschirmpräsentation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12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Architektur-Spicker zum Thema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Stefan Zörner</cp:lastModifiedBy>
  <cp:revision>212</cp:revision>
  <cp:lastPrinted>2024-01-31T13:08:49Z</cp:lastPrinted>
  <dcterms:created xsi:type="dcterms:W3CDTF">2023-04-26T09:40:20Z</dcterms:created>
  <dcterms:modified xsi:type="dcterms:W3CDTF">2024-04-25T14:01:20Z</dcterms:modified>
</cp:coreProperties>
</file>