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11"/>
  </p:notesMasterIdLst>
  <p:handoutMasterIdLst>
    <p:handoutMasterId r:id="rId12"/>
  </p:handoutMasterIdLst>
  <p:sldIdLst>
    <p:sldId id="1849" r:id="rId2"/>
    <p:sldId id="1855" r:id="rId3"/>
    <p:sldId id="1856" r:id="rId4"/>
    <p:sldId id="1857" r:id="rId5"/>
    <p:sldId id="1858" r:id="rId6"/>
    <p:sldId id="1859" r:id="rId7"/>
    <p:sldId id="1860" r:id="rId8"/>
    <p:sldId id="1862" r:id="rId9"/>
    <p:sldId id="1863" r:id="rId10"/>
  </p:sldIdLst>
  <p:sldSz cx="9144000" cy="5143500" type="screen16x9"/>
  <p:notesSz cx="6797675" cy="9926638"/>
  <p:custDataLst>
    <p:tags r:id="rId1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9D1"/>
    <a:srgbClr val="83D5D6"/>
    <a:srgbClr val="B6D8D5"/>
    <a:srgbClr val="83CBF0"/>
    <a:srgbClr val="EDAFAD"/>
    <a:srgbClr val="F8EAAE"/>
    <a:srgbClr val="F7DD49"/>
    <a:srgbClr val="F8D896"/>
    <a:srgbClr val="EDEDED"/>
    <a:srgbClr val="2AA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7" autoAdjust="0"/>
    <p:restoredTop sz="89048" autoAdjust="0"/>
  </p:normalViewPr>
  <p:slideViewPr>
    <p:cSldViewPr>
      <p:cViewPr varScale="1">
        <p:scale>
          <a:sx n="145" d="100"/>
          <a:sy n="145" d="100"/>
        </p:scale>
        <p:origin x="49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4160" y="76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54BED6-7E71-8D4E-AF0F-356210AC3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981" y="-797321"/>
            <a:ext cx="1915967" cy="271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27.05.24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embarc-2023-gehirn-spickzettel.png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embarc-2023-legefigur.png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embarc-2023-Startseite-Wind-04.png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embarc-2023-skateboard-opa.png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* embarc-puzzle-01.png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420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embarc-tablet-gehirn-01.png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embarc-tablet-legefigur-01.png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embarc-tablet-puzzle-01.png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embarc-tablet-schiff-01.png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embarc-tablet-skateboard-01.png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90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9CFE3BA-6D77-934F-97D9-5259DC9DB7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8763" y="4360355"/>
            <a:ext cx="1535725" cy="5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‹#›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40368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Fundus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39FD338-C87D-7742-ABE3-889403754C7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97741-CA39-6CC1-E9E6-E4CD3DAE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Graphiken für Webseite 2023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E7BDCE-E50C-6E6F-BD2C-F04255B4D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592" y="1268675"/>
            <a:ext cx="2078662" cy="210031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46B66E1-9B95-3E9F-9DF6-9E9FF6E98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9935" y="1272025"/>
            <a:ext cx="2684129" cy="18318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C7AF487-DF6D-90BB-E49D-98F39AE884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7286" y="915567"/>
            <a:ext cx="2528467" cy="20512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B108F4A-94F7-0C39-DEEA-3BD3B4EC3D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4495" y="3336174"/>
            <a:ext cx="1795960" cy="15626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9DA45BC-40C7-3950-F2B7-B1EA29BF3C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44447" y="3027575"/>
            <a:ext cx="2664255" cy="217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1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2959B6-2853-B8F0-FA6B-CA6559FC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selben Grafiken im Tablet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1A54E7-DBE7-B512-F82F-304B12C31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1932" y="1196369"/>
            <a:ext cx="2109018" cy="173542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85057AB-1765-7464-7E79-981D94536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8728" y="1196370"/>
            <a:ext cx="2109017" cy="173542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D2E0CAC-3AEB-DEBB-4DC2-108A6187A6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5525" y="1196370"/>
            <a:ext cx="2109017" cy="17354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2703D9A-7571-D3D5-634E-7922D9B66F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4052" y="3212593"/>
            <a:ext cx="2109019" cy="17354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5BC3FEF-0E67-8BAC-C050-17276589F9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4872" y="3212592"/>
            <a:ext cx="2109019" cy="173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3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(1)</a:t>
            </a:r>
          </a:p>
        </p:txBody>
      </p:sp>
      <p:pic>
        <p:nvPicPr>
          <p:cNvPr id="6" name="Picture 5" descr="A cartoon of a person using a computer&#10;&#10;Description automatically generated">
            <a:extLst>
              <a:ext uri="{FF2B5EF4-FFF2-40B4-BE49-F238E27FC236}">
                <a16:creationId xmlns:a16="http://schemas.microsoft.com/office/drawing/2014/main" id="{1CD82F7D-E829-CDCE-483B-CEC524F6D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123978"/>
            <a:ext cx="2445455" cy="1800000"/>
          </a:xfrm>
          <a:prstGeom prst="rect">
            <a:avLst/>
          </a:prstGeom>
        </p:spPr>
      </p:pic>
      <p:pic>
        <p:nvPicPr>
          <p:cNvPr id="8" name="Picture 7" descr="A group of yellow and purple light bulbs&#10;&#10;Description automatically generated">
            <a:extLst>
              <a:ext uri="{FF2B5EF4-FFF2-40B4-BE49-F238E27FC236}">
                <a16:creationId xmlns:a16="http://schemas.microsoft.com/office/drawing/2014/main" id="{E6F98FFA-ABCA-4CF9-5F15-EC74C9DCC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28" y="915566"/>
            <a:ext cx="3107547" cy="1800000"/>
          </a:xfrm>
          <a:prstGeom prst="rect">
            <a:avLst/>
          </a:prstGeom>
        </p:spPr>
      </p:pic>
      <p:pic>
        <p:nvPicPr>
          <p:cNvPr id="10" name="Picture 9" descr="A cartoon of a person with a blue hat&#10;&#10;Description automatically generated">
            <a:extLst>
              <a:ext uri="{FF2B5EF4-FFF2-40B4-BE49-F238E27FC236}">
                <a16:creationId xmlns:a16="http://schemas.microsoft.com/office/drawing/2014/main" id="{B62EC34F-1532-E8D7-D5F8-AAC03A986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38" y="1779662"/>
            <a:ext cx="1954286" cy="1800000"/>
          </a:xfrm>
          <a:prstGeom prst="rect">
            <a:avLst/>
          </a:prstGeom>
        </p:spPr>
      </p:pic>
      <p:pic>
        <p:nvPicPr>
          <p:cNvPr id="12" name="Picture 11" descr="A cartoon of a brain wearing sunglasses&#10;&#10;Description automatically generated">
            <a:extLst>
              <a:ext uri="{FF2B5EF4-FFF2-40B4-BE49-F238E27FC236}">
                <a16:creationId xmlns:a16="http://schemas.microsoft.com/office/drawing/2014/main" id="{EF653BB9-0DFC-317C-12A3-5CBE93FB7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298" y="3145178"/>
            <a:ext cx="1800000" cy="1800000"/>
          </a:xfrm>
          <a:prstGeom prst="rect">
            <a:avLst/>
          </a:prstGeom>
        </p:spPr>
      </p:pic>
      <p:pic>
        <p:nvPicPr>
          <p:cNvPr id="14" name="Picture 13" descr="A cartoon of a person catching a fish&#10;&#10;Description automatically generated">
            <a:extLst>
              <a:ext uri="{FF2B5EF4-FFF2-40B4-BE49-F238E27FC236}">
                <a16:creationId xmlns:a16="http://schemas.microsoft.com/office/drawing/2014/main" id="{EDAF57EC-61DA-098C-4454-D06AFD6B03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55526"/>
            <a:ext cx="2184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7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(2)</a:t>
            </a:r>
          </a:p>
        </p:txBody>
      </p:sp>
      <p:pic>
        <p:nvPicPr>
          <p:cNvPr id="4" name="Picture 3" descr="A cartoon of a person reading a book&#10;&#10;Description automatically generated">
            <a:extLst>
              <a:ext uri="{FF2B5EF4-FFF2-40B4-BE49-F238E27FC236}">
                <a16:creationId xmlns:a16="http://schemas.microsoft.com/office/drawing/2014/main" id="{E00C1397-5A14-6C04-8F49-48C613E3A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11" y="3355461"/>
            <a:ext cx="3093706" cy="1234882"/>
          </a:xfrm>
          <a:prstGeom prst="rect">
            <a:avLst/>
          </a:prstGeom>
        </p:spPr>
      </p:pic>
      <p:pic>
        <p:nvPicPr>
          <p:cNvPr id="6" name="Picture 5" descr="A stack of coins and paper money&#10;&#10;Description automatically generated">
            <a:extLst>
              <a:ext uri="{FF2B5EF4-FFF2-40B4-BE49-F238E27FC236}">
                <a16:creationId xmlns:a16="http://schemas.microsoft.com/office/drawing/2014/main" id="{FAF93A24-5A83-3BCF-616F-6F0CDE414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759" y="699542"/>
            <a:ext cx="1800000" cy="1615385"/>
          </a:xfrm>
          <a:prstGeom prst="rect">
            <a:avLst/>
          </a:prstGeom>
        </p:spPr>
      </p:pic>
      <p:pic>
        <p:nvPicPr>
          <p:cNvPr id="8" name="Picture 7" descr="A yellow and purple gas can with a light bulb inside&#10;&#10;Description automatically generated">
            <a:extLst>
              <a:ext uri="{FF2B5EF4-FFF2-40B4-BE49-F238E27FC236}">
                <a16:creationId xmlns:a16="http://schemas.microsoft.com/office/drawing/2014/main" id="{CE1B9161-985E-6115-6347-AC88C5F5C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82" y="915566"/>
            <a:ext cx="1564174" cy="1656184"/>
          </a:xfrm>
          <a:prstGeom prst="rect">
            <a:avLst/>
          </a:prstGeom>
        </p:spPr>
      </p:pic>
      <p:pic>
        <p:nvPicPr>
          <p:cNvPr id="10" name="Picture 9" descr="A cartoon of a person with a light&#10;&#10;Description automatically generated">
            <a:extLst>
              <a:ext uri="{FF2B5EF4-FFF2-40B4-BE49-F238E27FC236}">
                <a16:creationId xmlns:a16="http://schemas.microsoft.com/office/drawing/2014/main" id="{B8958469-ADA4-9291-3E61-3B09FC4D24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363838"/>
            <a:ext cx="1800000" cy="1401429"/>
          </a:xfrm>
          <a:prstGeom prst="rect">
            <a:avLst/>
          </a:prstGeom>
        </p:spPr>
      </p:pic>
      <p:pic>
        <p:nvPicPr>
          <p:cNvPr id="12" name="Picture 11" descr="A set of paper money&#10;&#10;Description automatically generated with medium confidence">
            <a:extLst>
              <a:ext uri="{FF2B5EF4-FFF2-40B4-BE49-F238E27FC236}">
                <a16:creationId xmlns:a16="http://schemas.microsoft.com/office/drawing/2014/main" id="{E97BE152-2D94-073D-5504-42FAD5AE7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79" y="1377304"/>
            <a:ext cx="3162713" cy="108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8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(3)</a:t>
            </a:r>
          </a:p>
        </p:txBody>
      </p:sp>
      <p:pic>
        <p:nvPicPr>
          <p:cNvPr id="4" name="Picture 3" descr="A group of circular objects with different symbols&#10;&#10;Description automatically generated">
            <a:extLst>
              <a:ext uri="{FF2B5EF4-FFF2-40B4-BE49-F238E27FC236}">
                <a16:creationId xmlns:a16="http://schemas.microsoft.com/office/drawing/2014/main" id="{86E430E5-6747-E1BA-9585-D989F43F6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456" y="3195750"/>
            <a:ext cx="2674576" cy="1800000"/>
          </a:xfrm>
          <a:prstGeom prst="rect">
            <a:avLst/>
          </a:prstGeom>
        </p:spPr>
      </p:pic>
      <p:pic>
        <p:nvPicPr>
          <p:cNvPr id="6" name="Picture 5" descr="A drawing of hands making a heart with arrows&#10;&#10;Description automatically generated">
            <a:extLst>
              <a:ext uri="{FF2B5EF4-FFF2-40B4-BE49-F238E27FC236}">
                <a16:creationId xmlns:a16="http://schemas.microsoft.com/office/drawing/2014/main" id="{2D0EB1D0-5650-F78A-4B02-DE114C6ED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02" y="339502"/>
            <a:ext cx="1766038" cy="1800000"/>
          </a:xfrm>
          <a:prstGeom prst="rect">
            <a:avLst/>
          </a:prstGeom>
        </p:spPr>
      </p:pic>
      <p:pic>
        <p:nvPicPr>
          <p:cNvPr id="8" name="Picture 7" descr="A cartoon of two people&#10;&#10;Description automatically generated">
            <a:extLst>
              <a:ext uri="{FF2B5EF4-FFF2-40B4-BE49-F238E27FC236}">
                <a16:creationId xmlns:a16="http://schemas.microsoft.com/office/drawing/2014/main" id="{A37EB4EF-1758-0443-C12F-4077061E5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63" y="1047750"/>
            <a:ext cx="1882500" cy="1800000"/>
          </a:xfrm>
          <a:prstGeom prst="rect">
            <a:avLst/>
          </a:prstGeom>
        </p:spPr>
      </p:pic>
      <p:pic>
        <p:nvPicPr>
          <p:cNvPr id="10" name="Picture 9" descr="A group of cartoon characters&#10;&#10;Description automatically generated">
            <a:extLst>
              <a:ext uri="{FF2B5EF4-FFF2-40B4-BE49-F238E27FC236}">
                <a16:creationId xmlns:a16="http://schemas.microsoft.com/office/drawing/2014/main" id="{6609F54F-57AC-6D90-8AF3-B0A071A53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714" y="561256"/>
            <a:ext cx="1803400" cy="4000500"/>
          </a:xfrm>
          <a:prstGeom prst="rect">
            <a:avLst/>
          </a:prstGeom>
        </p:spPr>
      </p:pic>
      <p:pic>
        <p:nvPicPr>
          <p:cNvPr id="12" name="Picture 11" descr="A ketchup and french fries&#10;&#10;Description automatically generated">
            <a:extLst>
              <a:ext uri="{FF2B5EF4-FFF2-40B4-BE49-F238E27FC236}">
                <a16:creationId xmlns:a16="http://schemas.microsoft.com/office/drawing/2014/main" id="{5104DC63-5790-6D3C-5CDB-9FE8320330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902" y="2474987"/>
            <a:ext cx="225762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2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(4)</a:t>
            </a:r>
          </a:p>
        </p:txBody>
      </p:sp>
      <p:pic>
        <p:nvPicPr>
          <p:cNvPr id="4" name="Picture 3" descr="A cartoon of a child scout&#10;&#10;Description automatically generated">
            <a:extLst>
              <a:ext uri="{FF2B5EF4-FFF2-40B4-BE49-F238E27FC236}">
                <a16:creationId xmlns:a16="http://schemas.microsoft.com/office/drawing/2014/main" id="{67F02CAA-80C4-B82C-12CF-928695E5E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080" y="1095686"/>
            <a:ext cx="1800000" cy="1800000"/>
          </a:xfrm>
          <a:prstGeom prst="rect">
            <a:avLst/>
          </a:prstGeom>
        </p:spPr>
      </p:pic>
      <p:pic>
        <p:nvPicPr>
          <p:cNvPr id="6" name="Picture 5" descr="A close-up of a plant&#10;&#10;Description automatically generated">
            <a:extLst>
              <a:ext uri="{FF2B5EF4-FFF2-40B4-BE49-F238E27FC236}">
                <a16:creationId xmlns:a16="http://schemas.microsoft.com/office/drawing/2014/main" id="{32FF08C9-0194-625C-5652-98C68ADC5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147814"/>
            <a:ext cx="1800000" cy="1059146"/>
          </a:xfrm>
          <a:prstGeom prst="rect">
            <a:avLst/>
          </a:prstGeom>
        </p:spPr>
      </p:pic>
      <p:pic>
        <p:nvPicPr>
          <p:cNvPr id="8" name="Picture 7" descr="A drawing of a plant in a pot&#10;&#10;Description automatically generated">
            <a:extLst>
              <a:ext uri="{FF2B5EF4-FFF2-40B4-BE49-F238E27FC236}">
                <a16:creationId xmlns:a16="http://schemas.microsoft.com/office/drawing/2014/main" id="{AB706517-9806-4FAF-D0A2-AAB9FA4D3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1926254"/>
            <a:ext cx="1800000" cy="3005505"/>
          </a:xfrm>
          <a:prstGeom prst="rect">
            <a:avLst/>
          </a:prstGeom>
        </p:spPr>
      </p:pic>
      <p:pic>
        <p:nvPicPr>
          <p:cNvPr id="10" name="Picture 9" descr="A drawing of a tree with leaves&#10;&#10;Description automatically generated">
            <a:extLst>
              <a:ext uri="{FF2B5EF4-FFF2-40B4-BE49-F238E27FC236}">
                <a16:creationId xmlns:a16="http://schemas.microsoft.com/office/drawing/2014/main" id="{AE21AF63-03D2-3D53-EEDE-D2C1831CA4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02" y="1971808"/>
            <a:ext cx="1800000" cy="2614599"/>
          </a:xfrm>
          <a:prstGeom prst="rect">
            <a:avLst/>
          </a:prstGeom>
        </p:spPr>
      </p:pic>
      <p:pic>
        <p:nvPicPr>
          <p:cNvPr id="12" name="Picture 11" descr="A group of trees drawn on a black background&#10;&#10;Description automatically generated">
            <a:extLst>
              <a:ext uri="{FF2B5EF4-FFF2-40B4-BE49-F238E27FC236}">
                <a16:creationId xmlns:a16="http://schemas.microsoft.com/office/drawing/2014/main" id="{514CF25B-7000-D022-70AE-17627E617F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200" y="301493"/>
            <a:ext cx="1800000" cy="144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4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(5)</a:t>
            </a:r>
          </a:p>
        </p:txBody>
      </p:sp>
      <p:pic>
        <p:nvPicPr>
          <p:cNvPr id="4" name="Picture 3" descr="A drawing of hands holding a baton&#10;&#10;Description automatically generated">
            <a:extLst>
              <a:ext uri="{FF2B5EF4-FFF2-40B4-BE49-F238E27FC236}">
                <a16:creationId xmlns:a16="http://schemas.microsoft.com/office/drawing/2014/main" id="{91DDB993-61E6-A9B7-49FF-A411FED90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787774"/>
            <a:ext cx="1800000" cy="1800000"/>
          </a:xfrm>
          <a:prstGeom prst="rect">
            <a:avLst/>
          </a:prstGeom>
        </p:spPr>
      </p:pic>
      <p:pic>
        <p:nvPicPr>
          <p:cNvPr id="6" name="Picture 5" descr="A star and a trophy&#10;&#10;Description automatically generated">
            <a:extLst>
              <a:ext uri="{FF2B5EF4-FFF2-40B4-BE49-F238E27FC236}">
                <a16:creationId xmlns:a16="http://schemas.microsoft.com/office/drawing/2014/main" id="{515FCA7D-0D97-CB37-318A-95B1651B2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326862"/>
            <a:ext cx="2473235" cy="1049616"/>
          </a:xfrm>
          <a:prstGeom prst="rect">
            <a:avLst/>
          </a:prstGeom>
        </p:spPr>
      </p:pic>
      <p:pic>
        <p:nvPicPr>
          <p:cNvPr id="8" name="Picture 7" descr="A cartoon of a person holding a computer&#10;&#10;Description automatically generated">
            <a:extLst>
              <a:ext uri="{FF2B5EF4-FFF2-40B4-BE49-F238E27FC236}">
                <a16:creationId xmlns:a16="http://schemas.microsoft.com/office/drawing/2014/main" id="{E5E4A59B-9F93-CEFA-BA2B-8B9510DC4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850" y="2173566"/>
            <a:ext cx="1800000" cy="2730337"/>
          </a:xfrm>
          <a:prstGeom prst="rect">
            <a:avLst/>
          </a:prstGeom>
        </p:spPr>
      </p:pic>
      <p:pic>
        <p:nvPicPr>
          <p:cNvPr id="10" name="Picture 9" descr="A group of trophies on a black background&#10;&#10;Description automatically generated">
            <a:extLst>
              <a:ext uri="{FF2B5EF4-FFF2-40B4-BE49-F238E27FC236}">
                <a16:creationId xmlns:a16="http://schemas.microsoft.com/office/drawing/2014/main" id="{1A44D1F2-AACE-9D5B-02EB-7D26C523DD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01" y="3013926"/>
            <a:ext cx="2452380" cy="1430032"/>
          </a:xfrm>
          <a:prstGeom prst="rect">
            <a:avLst/>
          </a:prstGeom>
        </p:spPr>
      </p:pic>
      <p:pic>
        <p:nvPicPr>
          <p:cNvPr id="12" name="Picture 11" descr="A cartoon of a person falling in the air with many hands&#10;&#10;Description automatically generated">
            <a:extLst>
              <a:ext uri="{FF2B5EF4-FFF2-40B4-BE49-F238E27FC236}">
                <a16:creationId xmlns:a16="http://schemas.microsoft.com/office/drawing/2014/main" id="{B1D9E9AD-687A-D05E-42A5-39A139C4AC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36131"/>
            <a:ext cx="2088232" cy="218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54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(6)</a:t>
            </a:r>
          </a:p>
        </p:txBody>
      </p:sp>
      <p:pic>
        <p:nvPicPr>
          <p:cNvPr id="4" name="Picture 3" descr="A drawing of stars and a rainbow&#10;&#10;Description automatically generated">
            <a:extLst>
              <a:ext uri="{FF2B5EF4-FFF2-40B4-BE49-F238E27FC236}">
                <a16:creationId xmlns:a16="http://schemas.microsoft.com/office/drawing/2014/main" id="{B1BC2D51-38E2-8425-DFAE-CC1F922B0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143" y="725059"/>
            <a:ext cx="1800000" cy="1800000"/>
          </a:xfrm>
          <a:prstGeom prst="rect">
            <a:avLst/>
          </a:prstGeom>
        </p:spPr>
      </p:pic>
      <p:pic>
        <p:nvPicPr>
          <p:cNvPr id="6" name="Picture 5" descr="A cartoon of a person holding a bottle&#10;&#10;Description automatically generated">
            <a:extLst>
              <a:ext uri="{FF2B5EF4-FFF2-40B4-BE49-F238E27FC236}">
                <a16:creationId xmlns:a16="http://schemas.microsoft.com/office/drawing/2014/main" id="{DEEAA9AC-7004-FA42-3697-E81954466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857" y="2655975"/>
            <a:ext cx="2160000" cy="2160000"/>
          </a:xfrm>
          <a:prstGeom prst="rect">
            <a:avLst/>
          </a:prstGeom>
        </p:spPr>
      </p:pic>
      <p:pic>
        <p:nvPicPr>
          <p:cNvPr id="8" name="Picture 7" descr="A cartoon character with pink hair and a blue nose and pink lips&#10;&#10;Description automatically generated">
            <a:extLst>
              <a:ext uri="{FF2B5EF4-FFF2-40B4-BE49-F238E27FC236}">
                <a16:creationId xmlns:a16="http://schemas.microsoft.com/office/drawing/2014/main" id="{F1035BE9-1E9E-CB4D-5D7B-ECB25E167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3" y="2803340"/>
            <a:ext cx="2160000" cy="2160000"/>
          </a:xfrm>
          <a:prstGeom prst="rect">
            <a:avLst/>
          </a:prstGeom>
        </p:spPr>
      </p:pic>
      <p:pic>
        <p:nvPicPr>
          <p:cNvPr id="10" name="Picture 9" descr="A cartoon character sitting on a spark plug&#10;&#10;Description automatically generated">
            <a:extLst>
              <a:ext uri="{FF2B5EF4-FFF2-40B4-BE49-F238E27FC236}">
                <a16:creationId xmlns:a16="http://schemas.microsoft.com/office/drawing/2014/main" id="{453E22E6-23F5-7E9A-FC95-BF77C4257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00" y="1164950"/>
            <a:ext cx="2160000" cy="2160000"/>
          </a:xfrm>
          <a:prstGeom prst="rect">
            <a:avLst/>
          </a:prstGeom>
        </p:spPr>
      </p:pic>
      <p:pic>
        <p:nvPicPr>
          <p:cNvPr id="12" name="Picture 11" descr="A group of icons on a black background&#10;&#10;Description automatically generated">
            <a:extLst>
              <a:ext uri="{FF2B5EF4-FFF2-40B4-BE49-F238E27FC236}">
                <a16:creationId xmlns:a16="http://schemas.microsoft.com/office/drawing/2014/main" id="{D55B4B86-A108-E10B-FF73-6701189C8F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252" y="252605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3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47EE-C8B7-1443-37DB-05175527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Grafiken Kultur (7)</a:t>
            </a:r>
          </a:p>
        </p:txBody>
      </p:sp>
      <p:pic>
        <p:nvPicPr>
          <p:cNvPr id="4" name="Picture 3" descr="A cartoon of a person singing into a microphone&#10;&#10;Description automatically generated">
            <a:extLst>
              <a:ext uri="{FF2B5EF4-FFF2-40B4-BE49-F238E27FC236}">
                <a16:creationId xmlns:a16="http://schemas.microsoft.com/office/drawing/2014/main" id="{F7FC8BBF-BDB1-A55E-442E-33D4E162D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155269"/>
            <a:ext cx="1968500" cy="3073400"/>
          </a:xfrm>
          <a:prstGeom prst="rect">
            <a:avLst/>
          </a:prstGeom>
        </p:spPr>
      </p:pic>
      <p:pic>
        <p:nvPicPr>
          <p:cNvPr id="6" name="Picture 5" descr="A cartoon of a hand holding a medal&#10;&#10;Description automatically generated">
            <a:extLst>
              <a:ext uri="{FF2B5EF4-FFF2-40B4-BE49-F238E27FC236}">
                <a16:creationId xmlns:a16="http://schemas.microsoft.com/office/drawing/2014/main" id="{19C60C24-6EEC-CE00-91C0-134AFB64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022" y="1228998"/>
            <a:ext cx="2654300" cy="3213100"/>
          </a:xfrm>
          <a:prstGeom prst="rect">
            <a:avLst/>
          </a:prstGeom>
        </p:spPr>
      </p:pic>
      <p:pic>
        <p:nvPicPr>
          <p:cNvPr id="8" name="Picture 7" descr="A cartoon of a person with a beard and sunglasses&#10;&#10;Description automatically generated">
            <a:extLst>
              <a:ext uri="{FF2B5EF4-FFF2-40B4-BE49-F238E27FC236}">
                <a16:creationId xmlns:a16="http://schemas.microsoft.com/office/drawing/2014/main" id="{55D228E0-DB83-99D1-DA2E-FD179CF0C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203598"/>
            <a:ext cx="12192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66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77</Words>
  <Application>Microsoft Macintosh PowerPoint</Application>
  <PresentationFormat>On-screen Show (16:9)</PresentationFormat>
  <Paragraphs>21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Corbel</vt:lpstr>
      <vt:lpstr>Fira Sans Light</vt:lpstr>
      <vt:lpstr>Fira Sans Medium</vt:lpstr>
      <vt:lpstr>Neo Sans Std</vt:lpstr>
      <vt:lpstr>Rajdhani</vt:lpstr>
      <vt:lpstr>Rajdhani Medium</vt:lpstr>
      <vt:lpstr>Rajdhani SemiBold</vt:lpstr>
      <vt:lpstr>Wingdings</vt:lpstr>
      <vt:lpstr>Benutzerdefiniertes Design</vt:lpstr>
      <vt:lpstr>Graphiken für Webseite 2023</vt:lpstr>
      <vt:lpstr>Die selben Grafiken im Tablet</vt:lpstr>
      <vt:lpstr>Grafiken Kultur (1)</vt:lpstr>
      <vt:lpstr>Grafiken Kultur (2)</vt:lpstr>
      <vt:lpstr>Grafiken Kultur (3)</vt:lpstr>
      <vt:lpstr>Grafiken Kultur (4)</vt:lpstr>
      <vt:lpstr>Grafiken Kultur (5)</vt:lpstr>
      <vt:lpstr>Grafiken Kultur (6)</vt:lpstr>
      <vt:lpstr>Grafiken Kultur (7)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Falk Sippach</cp:lastModifiedBy>
  <cp:revision>42</cp:revision>
  <dcterms:created xsi:type="dcterms:W3CDTF">2023-04-26T09:40:20Z</dcterms:created>
  <dcterms:modified xsi:type="dcterms:W3CDTF">2024-05-27T10:52:46Z</dcterms:modified>
</cp:coreProperties>
</file>