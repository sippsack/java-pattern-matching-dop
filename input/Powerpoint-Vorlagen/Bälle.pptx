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4"/>
  </p:notesMasterIdLst>
  <p:handoutMasterIdLst>
    <p:handoutMasterId r:id="rId5"/>
  </p:handoutMasterIdLst>
  <p:sldIdLst>
    <p:sldId id="1849" r:id="rId2"/>
    <p:sldId id="1850" r:id="rId3"/>
  </p:sldIdLst>
  <p:sldSz cx="9144000" cy="5143500" type="screen16x9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5" autoAdjust="0"/>
    <p:restoredTop sz="89072" autoAdjust="0"/>
  </p:normalViewPr>
  <p:slideViewPr>
    <p:cSldViewPr>
      <p:cViewPr>
        <p:scale>
          <a:sx n="106" d="100"/>
          <a:sy n="106" d="100"/>
        </p:scale>
        <p:origin x="2320" y="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28.04.24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97741-CA39-6CC1-E9E6-E4CD3DAE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Blauer Ball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2B7C9C-D478-FB80-4031-B2F5E2BB49F3}"/>
              </a:ext>
            </a:extLst>
          </p:cNvPr>
          <p:cNvSpPr txBox="1">
            <a:spLocks/>
          </p:cNvSpPr>
          <p:nvPr/>
        </p:nvSpPr>
        <p:spPr>
          <a:xfrm>
            <a:off x="539552" y="1203598"/>
            <a:ext cx="8191822" cy="3428727"/>
          </a:xfrm>
          <a:prstGeom prst="rect">
            <a:avLst/>
          </a:prstGeom>
        </p:spPr>
        <p:txBody>
          <a:bodyPr/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Ein blauer Ball rechts oben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EBBEA79-6D3D-2AAE-DD2B-085D4B7793C8}"/>
              </a:ext>
            </a:extLst>
          </p:cNvPr>
          <p:cNvSpPr/>
          <p:nvPr/>
        </p:nvSpPr>
        <p:spPr>
          <a:xfrm rot="10397414">
            <a:off x="4804855" y="-3461673"/>
            <a:ext cx="6630397" cy="5899674"/>
          </a:xfrm>
          <a:prstGeom prst="ellipse">
            <a:avLst/>
          </a:prstGeom>
          <a:solidFill>
            <a:srgbClr val="98D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691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97741-CA39-6CC1-E9E6-E4CD3DAE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Gelber Ball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2B7C9C-D478-FB80-4031-B2F5E2BB49F3}"/>
              </a:ext>
            </a:extLst>
          </p:cNvPr>
          <p:cNvSpPr txBox="1">
            <a:spLocks/>
          </p:cNvSpPr>
          <p:nvPr/>
        </p:nvSpPr>
        <p:spPr>
          <a:xfrm>
            <a:off x="539552" y="1203598"/>
            <a:ext cx="8191822" cy="3428727"/>
          </a:xfrm>
          <a:prstGeom prst="rect">
            <a:avLst/>
          </a:prstGeom>
        </p:spPr>
        <p:txBody>
          <a:bodyPr/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Ein gelber Ball rechts links unten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3FF303-6048-DCA3-FA67-8904753BFDE0}"/>
              </a:ext>
            </a:extLst>
          </p:cNvPr>
          <p:cNvSpPr/>
          <p:nvPr/>
        </p:nvSpPr>
        <p:spPr>
          <a:xfrm>
            <a:off x="4932040" y="1815926"/>
            <a:ext cx="4680000" cy="4680000"/>
          </a:xfrm>
          <a:prstGeom prst="ellipse">
            <a:avLst/>
          </a:prstGeom>
          <a:solidFill>
            <a:srgbClr val="F5E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3505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Bildschirmpräsentation (16:9)</PresentationFormat>
  <Paragraphs>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3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Blauer Ball</vt:lpstr>
      <vt:lpstr>Gelber Ball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34</cp:revision>
  <dcterms:created xsi:type="dcterms:W3CDTF">2023-04-26T09:40:20Z</dcterms:created>
  <dcterms:modified xsi:type="dcterms:W3CDTF">2024-04-28T15:12:42Z</dcterms:modified>
</cp:coreProperties>
</file>