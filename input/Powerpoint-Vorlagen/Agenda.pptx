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87" r:id="rId1"/>
  </p:sldMasterIdLst>
  <p:notesMasterIdLst>
    <p:notesMasterId r:id="rId8"/>
  </p:notesMasterIdLst>
  <p:handoutMasterIdLst>
    <p:handoutMasterId r:id="rId9"/>
  </p:handoutMasterIdLst>
  <p:sldIdLst>
    <p:sldId id="1418" r:id="rId2"/>
    <p:sldId id="1851" r:id="rId3"/>
    <p:sldId id="1958" r:id="rId4"/>
    <p:sldId id="1962" r:id="rId5"/>
    <p:sldId id="1850" r:id="rId6"/>
    <p:sldId id="1766" r:id="rId7"/>
  </p:sldIdLst>
  <p:sldSz cx="9144000" cy="5143500" type="screen16x9"/>
  <p:notesSz cx="6797675" cy="9926638"/>
  <p:custDataLst>
    <p:tags r:id="rId10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D9D1"/>
    <a:srgbClr val="83D5D6"/>
    <a:srgbClr val="B6D8D5"/>
    <a:srgbClr val="83CBF0"/>
    <a:srgbClr val="EDAFAD"/>
    <a:srgbClr val="F8EAAE"/>
    <a:srgbClr val="F7DD49"/>
    <a:srgbClr val="F8D896"/>
    <a:srgbClr val="EDEDED"/>
    <a:srgbClr val="2AA7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ittlere Formatvorlage 4 - Akz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Helle Formatvorlage 2 - Akz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Helle Formatvorlage 2 - Akz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585" autoAdjust="0"/>
    <p:restoredTop sz="89072" autoAdjust="0"/>
  </p:normalViewPr>
  <p:slideViewPr>
    <p:cSldViewPr>
      <p:cViewPr varScale="1">
        <p:scale>
          <a:sx n="129" d="100"/>
          <a:sy n="129" d="100"/>
        </p:scale>
        <p:origin x="1680" y="19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30" d="100"/>
        <a:sy n="13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4160" y="768"/>
      </p:cViewPr>
      <p:guideLst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F6559E-8880-49AA-ACC9-C830E2B4942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754BED6-7E71-8D4E-AF0F-356210AC3E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4981" y="-797321"/>
            <a:ext cx="1915967" cy="271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5425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A6431F-5C24-48D5-8CF7-C3892E27EBEC}" type="datetimeFigureOut">
              <a:rPr lang="de-DE" smtClean="0"/>
              <a:pPr/>
              <a:t>28.04.24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5113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131006-95BA-49DF-B3F8-0FB49B146443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9070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131006-95BA-49DF-B3F8-0FB49B146443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9477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131006-95BA-49DF-B3F8-0FB49B146443}" type="slidenum">
              <a:rPr lang="de-DE" smtClean="0"/>
              <a:pPr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1813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131006-95BA-49DF-B3F8-0FB49B146443}" type="slidenum">
              <a:rPr lang="de-DE" smtClean="0"/>
              <a:pPr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57114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131006-95BA-49DF-B3F8-0FB49B146443}" type="slidenum">
              <a:rPr lang="de-DE" smtClean="0"/>
              <a:pPr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47999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131006-95BA-49DF-B3F8-0FB49B146443}" type="slidenum">
              <a:rPr lang="de-DE" smtClean="0"/>
              <a:pPr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9076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3A3A6D9E-2F42-7841-95B1-8E9601295FBE}"/>
              </a:ext>
            </a:extLst>
          </p:cNvPr>
          <p:cNvSpPr/>
          <p:nvPr userDrawn="1"/>
        </p:nvSpPr>
        <p:spPr>
          <a:xfrm>
            <a:off x="0" y="0"/>
            <a:ext cx="9252520" cy="5173290"/>
          </a:xfrm>
          <a:prstGeom prst="rect">
            <a:avLst/>
          </a:prstGeom>
          <a:gradFill flip="none" rotWithShape="1">
            <a:gsLst>
              <a:gs pos="99000">
                <a:schemeClr val="tx1">
                  <a:lumMod val="75000"/>
                  <a:lumOff val="25000"/>
                </a:schemeClr>
              </a:gs>
              <a:gs pos="59000">
                <a:schemeClr val="tx1">
                  <a:lumMod val="65000"/>
                  <a:lumOff val="35000"/>
                </a:schemeClr>
              </a:gs>
              <a:gs pos="0">
                <a:schemeClr val="bg1">
                  <a:lumMod val="6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40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03EB384-8F6E-4C42-8929-03958C2C6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398" y="771550"/>
            <a:ext cx="7886700" cy="2160240"/>
          </a:xfrm>
        </p:spPr>
        <p:txBody>
          <a:bodyPr anchor="b">
            <a:noAutofit/>
          </a:bodyPr>
          <a:lstStyle>
            <a:lvl1pPr>
              <a:defRPr sz="7200" b="1" i="0">
                <a:solidFill>
                  <a:schemeClr val="bg1"/>
                </a:solidFill>
                <a:latin typeface="Neo Sans Std" panose="020B050403050404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A4AD67A-4FAF-D345-BC5D-D26B62140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6398" y="3010158"/>
            <a:ext cx="7886700" cy="569704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Neo Sans Std" panose="020B05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de-DE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DC824156-7861-1144-A2E2-8F4D80BAD861}"/>
              </a:ext>
            </a:extLst>
          </p:cNvPr>
          <p:cNvSpPr txBox="1">
            <a:spLocks/>
          </p:cNvSpPr>
          <p:nvPr userDrawn="1"/>
        </p:nvSpPr>
        <p:spPr>
          <a:xfrm>
            <a:off x="3491880" y="2672827"/>
            <a:ext cx="5041218" cy="1800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>
                <a:solidFill>
                  <a:schemeClr val="accent1"/>
                </a:solidFill>
                <a:latin typeface="Fira Sans Medium" panose="020B0503050000020004" pitchFamily="34" charset="0"/>
                <a:ea typeface="+mj-ea"/>
                <a:cs typeface="+mj-cs"/>
              </a:defRPr>
            </a:lvl1pPr>
          </a:lstStyle>
          <a:p>
            <a:endParaRPr lang="de-DE" sz="3200" b="0" i="0" dirty="0">
              <a:solidFill>
                <a:schemeClr val="bg1"/>
              </a:solidFill>
              <a:latin typeface="Fira Sans Light" panose="020B0403050000020004" pitchFamily="34" charset="0"/>
            </a:endParaRP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A1462791-EBF0-994B-8F9A-77CCB50EDA6E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46398" y="3852968"/>
            <a:ext cx="3781586" cy="980099"/>
          </a:xfrm>
        </p:spPr>
        <p:txBody>
          <a:bodyPr anchor="b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Neo Sans Std" panose="020B05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D7D6299B-8169-5C40-9426-0B7E481B9E5F}"/>
              </a:ext>
            </a:extLst>
          </p:cNvPr>
          <p:cNvSpPr/>
          <p:nvPr userDrawn="1"/>
        </p:nvSpPr>
        <p:spPr>
          <a:xfrm>
            <a:off x="-1" y="5019464"/>
            <a:ext cx="2339267" cy="1587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3DE6B842-0F5E-5649-BCB1-A7A8D17C9425}"/>
              </a:ext>
            </a:extLst>
          </p:cNvPr>
          <p:cNvSpPr/>
          <p:nvPr userDrawn="1"/>
        </p:nvSpPr>
        <p:spPr>
          <a:xfrm>
            <a:off x="2305252" y="5015192"/>
            <a:ext cx="2339267" cy="1587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14A34FE1-55CD-BC48-BBAE-AB0585DD1E04}"/>
              </a:ext>
            </a:extLst>
          </p:cNvPr>
          <p:cNvSpPr/>
          <p:nvPr userDrawn="1"/>
        </p:nvSpPr>
        <p:spPr>
          <a:xfrm>
            <a:off x="4609252" y="5015192"/>
            <a:ext cx="2339267" cy="15870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A392AB4-C64E-7644-A582-8D2B9BB4C3DD}"/>
              </a:ext>
            </a:extLst>
          </p:cNvPr>
          <p:cNvSpPr/>
          <p:nvPr userDrawn="1"/>
        </p:nvSpPr>
        <p:spPr>
          <a:xfrm>
            <a:off x="6948519" y="5015192"/>
            <a:ext cx="2339267" cy="15870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89CFE3BA-6D77-934F-97D9-5259DC9DB7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28763" y="4360355"/>
            <a:ext cx="1535725" cy="515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434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9B984F9D-DAE7-8C48-884C-8C52CE9D7B19}"/>
              </a:ext>
            </a:extLst>
          </p:cNvPr>
          <p:cNvSpPr/>
          <p:nvPr userDrawn="1"/>
        </p:nvSpPr>
        <p:spPr>
          <a:xfrm>
            <a:off x="0" y="-20539"/>
            <a:ext cx="4572000" cy="5193829"/>
          </a:xfrm>
          <a:prstGeom prst="rect">
            <a:avLst/>
          </a:prstGeom>
          <a:gradFill flip="none" rotWithShape="1">
            <a:gsLst>
              <a:gs pos="99000">
                <a:schemeClr val="tx1">
                  <a:lumMod val="75000"/>
                  <a:lumOff val="25000"/>
                </a:schemeClr>
              </a:gs>
              <a:gs pos="46000">
                <a:schemeClr val="tx1">
                  <a:lumMod val="65000"/>
                  <a:lumOff val="35000"/>
                </a:schemeClr>
              </a:gs>
              <a:gs pos="0">
                <a:schemeClr val="bg1">
                  <a:lumMod val="5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8A687E5-6844-5B44-82E1-066CCC4AFB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33186" y="716294"/>
            <a:ext cx="3888432" cy="1090519"/>
          </a:xfrm>
        </p:spPr>
        <p:txBody>
          <a:bodyPr anchor="b">
            <a:noAutofit/>
          </a:bodyPr>
          <a:lstStyle>
            <a:lvl1pPr algn="ctr">
              <a:defRPr sz="2800" b="1" i="0">
                <a:solidFill>
                  <a:schemeClr val="tx1">
                    <a:lumMod val="75000"/>
                    <a:lumOff val="25000"/>
                  </a:schemeClr>
                </a:solidFill>
                <a:latin typeface="Rajdhani" panose="02000000000000000000" pitchFamily="2" charset="77"/>
                <a:cs typeface="Rajdhani" panose="02000000000000000000" pitchFamily="2" charset="77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D6FA032-3C0D-AD4B-A8B6-143ABE5DBD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33186" y="2029807"/>
            <a:ext cx="3888432" cy="2347773"/>
          </a:xfrm>
        </p:spPr>
        <p:txBody>
          <a:bodyPr>
            <a:normAutofit/>
          </a:bodyPr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Rajdhani Medium" panose="02000000000000000000" pitchFamily="2" charset="77"/>
                <a:cs typeface="Rajdhani Medium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C3E85CBC-2CF1-3A4D-85BB-9463517C8C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304" y="4371950"/>
            <a:ext cx="1584604" cy="588635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5E3D87CE-7F31-0A4F-B6B9-BCA3383CA907}"/>
              </a:ext>
            </a:extLst>
          </p:cNvPr>
          <p:cNvSpPr/>
          <p:nvPr userDrawn="1"/>
        </p:nvSpPr>
        <p:spPr>
          <a:xfrm>
            <a:off x="-1" y="5019464"/>
            <a:ext cx="2339267" cy="1587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CAD4D47D-B70E-4544-B632-1A525EF11847}"/>
              </a:ext>
            </a:extLst>
          </p:cNvPr>
          <p:cNvSpPr/>
          <p:nvPr userDrawn="1"/>
        </p:nvSpPr>
        <p:spPr>
          <a:xfrm>
            <a:off x="2232733" y="5015192"/>
            <a:ext cx="2339267" cy="1587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3B4B0863-95CF-4544-A7AF-8FF70AE14826}"/>
              </a:ext>
            </a:extLst>
          </p:cNvPr>
          <p:cNvSpPr/>
          <p:nvPr userDrawn="1"/>
        </p:nvSpPr>
        <p:spPr>
          <a:xfrm>
            <a:off x="4572000" y="5015192"/>
            <a:ext cx="2339267" cy="15870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ACA1D51F-4888-724B-8702-5FF352F9AD4E}"/>
              </a:ext>
            </a:extLst>
          </p:cNvPr>
          <p:cNvSpPr/>
          <p:nvPr userDrawn="1"/>
        </p:nvSpPr>
        <p:spPr>
          <a:xfrm>
            <a:off x="6876256" y="5015192"/>
            <a:ext cx="2339267" cy="15870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979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6548EA-F2B1-C648-84B9-0BAF0DAEC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63136"/>
            <a:ext cx="8191822" cy="711894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D96EEC-6206-A948-8758-A745E6AEA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203598"/>
            <a:ext cx="8191822" cy="3428727"/>
          </a:xfrm>
        </p:spPr>
        <p:txBody>
          <a:bodyPr/>
          <a:lstStyle>
            <a:lvl1pPr marL="312738" indent="-312738">
              <a:tabLst/>
              <a:defRPr/>
            </a:lvl1pPr>
            <a:lvl2pPr marL="763588" indent="-306388">
              <a:tabLst/>
              <a:defRPr/>
            </a:lvl2pPr>
            <a:lvl3pPr marL="1200150" indent="-285750">
              <a:tabLst/>
              <a:defRPr/>
            </a:lvl3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8BAA9CE1-130D-A441-ABE6-C5BB89F4373C}"/>
              </a:ext>
            </a:extLst>
          </p:cNvPr>
          <p:cNvSpPr/>
          <p:nvPr userDrawn="1"/>
        </p:nvSpPr>
        <p:spPr>
          <a:xfrm>
            <a:off x="611560" y="915566"/>
            <a:ext cx="1495078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8214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42ACAD-E7F8-074B-BFBE-8C8D9AB74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642" y="108224"/>
            <a:ext cx="7886700" cy="807342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61026A-A9DE-4441-A5C8-DA31939680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3732" y="1275606"/>
            <a:ext cx="3867150" cy="3578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9A92D1E-DA41-CD43-94E0-9C0C80C33E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93282" y="1275606"/>
            <a:ext cx="3867150" cy="3578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E58E75D-C6AA-AE4B-BD32-B28416529033}"/>
              </a:ext>
            </a:extLst>
          </p:cNvPr>
          <p:cNvSpPr/>
          <p:nvPr userDrawn="1"/>
        </p:nvSpPr>
        <p:spPr>
          <a:xfrm>
            <a:off x="611560" y="915566"/>
            <a:ext cx="1495078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6917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E83BF7-2082-094D-BF7A-E86D3FF1D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95486"/>
            <a:ext cx="7886700" cy="72008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BCBCD8D-832D-4E45-BEE6-8AE0B827A476}"/>
              </a:ext>
            </a:extLst>
          </p:cNvPr>
          <p:cNvSpPr/>
          <p:nvPr userDrawn="1"/>
        </p:nvSpPr>
        <p:spPr>
          <a:xfrm>
            <a:off x="611560" y="915566"/>
            <a:ext cx="1495078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3397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664A4FD-B2F3-5A4B-9040-911FEB0F9C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-112938" y="4666679"/>
            <a:ext cx="630982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accent2"/>
                </a:solidFill>
                <a:latin typeface="Fira Sans Medium" panose="020B0503050000020004" pitchFamily="34" charset="0"/>
              </a:defRPr>
            </a:lvl1pPr>
          </a:lstStyle>
          <a:p>
            <a:fld id="{C8B90A7D-F248-6040-B6B7-D4C3D64022CF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40966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51EB6C-01FE-4440-B657-ADF2F3E2A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58077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D482AF0-C6F5-9D4F-B077-385AE68F8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342901"/>
            <a:ext cx="4629150" cy="452675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5741334-7FC7-9048-9F24-A52FA47776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139702"/>
            <a:ext cx="2949575" cy="273630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B99D17D-CA11-5845-BCAF-7D2B32EF025E}"/>
              </a:ext>
            </a:extLst>
          </p:cNvPr>
          <p:cNvSpPr/>
          <p:nvPr userDrawn="1"/>
        </p:nvSpPr>
        <p:spPr>
          <a:xfrm>
            <a:off x="628650" y="1923678"/>
            <a:ext cx="1495078" cy="86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889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6B723A-7B6B-AB48-8342-4D9F5087E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58077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0A8A2CA-57D5-B64F-835F-CA67E51033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342901"/>
            <a:ext cx="4629150" cy="452675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512C099-ECB5-164C-8D00-D72C153E0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139702"/>
            <a:ext cx="2949575" cy="273630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EB484D8-E641-4C47-B842-6DB40A5876F1}"/>
              </a:ext>
            </a:extLst>
          </p:cNvPr>
          <p:cNvSpPr/>
          <p:nvPr userDrawn="1"/>
        </p:nvSpPr>
        <p:spPr>
          <a:xfrm>
            <a:off x="628650" y="1923678"/>
            <a:ext cx="1495078" cy="86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5261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71E9C2E2-EDD2-A146-B566-206D2E8C1AF8}"/>
              </a:ext>
            </a:extLst>
          </p:cNvPr>
          <p:cNvSpPr/>
          <p:nvPr userDrawn="1"/>
        </p:nvSpPr>
        <p:spPr>
          <a:xfrm>
            <a:off x="372181" y="-20538"/>
            <a:ext cx="8771819" cy="5164038"/>
          </a:xfrm>
          <a:prstGeom prst="rect">
            <a:avLst/>
          </a:prstGeom>
          <a:solidFill>
            <a:schemeClr val="accent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6EE8724-A165-414A-AF42-E49E53A1A00B}"/>
              </a:ext>
            </a:extLst>
          </p:cNvPr>
          <p:cNvSpPr/>
          <p:nvPr userDrawn="1"/>
        </p:nvSpPr>
        <p:spPr>
          <a:xfrm rot="14294251">
            <a:off x="6352860" y="305732"/>
            <a:ext cx="7983481" cy="62646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C622CD-3D03-5045-BBB3-02862ACA6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60816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71E9C2E2-EDD2-A146-B566-206D2E8C1AF8}"/>
              </a:ext>
            </a:extLst>
          </p:cNvPr>
          <p:cNvSpPr/>
          <p:nvPr userDrawn="1"/>
        </p:nvSpPr>
        <p:spPr>
          <a:xfrm>
            <a:off x="372181" y="-20538"/>
            <a:ext cx="8771819" cy="5164038"/>
          </a:xfrm>
          <a:prstGeom prst="rect">
            <a:avLst/>
          </a:prstGeom>
          <a:solidFill>
            <a:schemeClr val="accent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6EE8724-A165-414A-AF42-E49E53A1A00B}"/>
              </a:ext>
            </a:extLst>
          </p:cNvPr>
          <p:cNvSpPr/>
          <p:nvPr userDrawn="1"/>
        </p:nvSpPr>
        <p:spPr>
          <a:xfrm rot="12979668">
            <a:off x="6958005" y="-1360959"/>
            <a:ext cx="7983481" cy="62646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C622CD-3D03-5045-BBB3-02862ACA6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2363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71E9C2E2-EDD2-A146-B566-206D2E8C1AF8}"/>
              </a:ext>
            </a:extLst>
          </p:cNvPr>
          <p:cNvSpPr/>
          <p:nvPr userDrawn="1"/>
        </p:nvSpPr>
        <p:spPr>
          <a:xfrm>
            <a:off x="372181" y="-20538"/>
            <a:ext cx="8771819" cy="5164038"/>
          </a:xfrm>
          <a:prstGeom prst="rect">
            <a:avLst/>
          </a:prstGeom>
          <a:solidFill>
            <a:schemeClr val="accent4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6EE8724-A165-414A-AF42-E49E53A1A00B}"/>
              </a:ext>
            </a:extLst>
          </p:cNvPr>
          <p:cNvSpPr/>
          <p:nvPr userDrawn="1"/>
        </p:nvSpPr>
        <p:spPr>
          <a:xfrm rot="18675371">
            <a:off x="4523611" y="185343"/>
            <a:ext cx="7983481" cy="62646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C622CD-3D03-5045-BBB3-02862ACA6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399937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EF321B48-0048-6549-8EAF-E4472677883F}"/>
              </a:ext>
            </a:extLst>
          </p:cNvPr>
          <p:cNvSpPr/>
          <p:nvPr userDrawn="1"/>
        </p:nvSpPr>
        <p:spPr>
          <a:xfrm>
            <a:off x="-4188" y="0"/>
            <a:ext cx="360000" cy="5143500"/>
          </a:xfrm>
          <a:prstGeom prst="rect">
            <a:avLst/>
          </a:prstGeom>
          <a:gradFill>
            <a:gsLst>
              <a:gs pos="0">
                <a:schemeClr val="bg1">
                  <a:lumMod val="50000"/>
                </a:schemeClr>
              </a:gs>
              <a:gs pos="3700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4308333-4F33-7F41-AB25-8120E9BD4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8224"/>
            <a:ext cx="7886700" cy="951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0169D1-8573-BF44-94C9-E1E811AAA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203598"/>
            <a:ext cx="7886700" cy="34287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4E85FEE-68EC-E940-AF9E-F931B49ADE29}"/>
              </a:ext>
            </a:extLst>
          </p:cNvPr>
          <p:cNvSpPr txBox="1"/>
          <p:nvPr userDrawn="1"/>
        </p:nvSpPr>
        <p:spPr>
          <a:xfrm>
            <a:off x="-46540" y="4803998"/>
            <a:ext cx="4844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C8B90A7D-F248-6040-B6B7-D4C3D64022CF}" type="slidenum">
              <a:rPr lang="de-DE" sz="1400" b="1" i="0" smtClean="0">
                <a:solidFill>
                  <a:schemeClr val="bg1">
                    <a:lumMod val="85000"/>
                  </a:schemeClr>
                </a:solidFill>
                <a:latin typeface="Rajdhani SemiBold" panose="02000000000000000000" pitchFamily="2" charset="77"/>
                <a:cs typeface="Rajdhani SemiBold" panose="02000000000000000000" pitchFamily="2" charset="77"/>
              </a:rPr>
              <a:pPr algn="ctr"/>
              <a:t>‹Nr.›</a:t>
            </a:fld>
            <a:endParaRPr lang="de-DE" sz="1400" b="1" i="0" dirty="0">
              <a:solidFill>
                <a:schemeClr val="bg1">
                  <a:lumMod val="85000"/>
                </a:schemeClr>
              </a:solidFill>
              <a:latin typeface="Rajdhani SemiBold" panose="02000000000000000000" pitchFamily="2" charset="77"/>
              <a:cs typeface="Rajdhani SemiBold" panose="02000000000000000000" pitchFamily="2" charset="77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956611A-6D34-6140-B704-8EC4F42F8C83}"/>
              </a:ext>
            </a:extLst>
          </p:cNvPr>
          <p:cNvSpPr txBox="1"/>
          <p:nvPr userDrawn="1"/>
        </p:nvSpPr>
        <p:spPr>
          <a:xfrm rot="16200000">
            <a:off x="-1540368" y="2931174"/>
            <a:ext cx="34287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200"/>
              </a:spcBef>
            </a:pPr>
            <a:r>
              <a:rPr lang="de-DE" sz="1100" b="0" i="0" dirty="0">
                <a:solidFill>
                  <a:schemeClr val="bg1">
                    <a:lumMod val="85000"/>
                  </a:schemeClr>
                </a:solidFill>
                <a:latin typeface="Rajdhani" panose="02000000000000000000" pitchFamily="2" charset="77"/>
                <a:cs typeface="Rajdhani" panose="02000000000000000000" pitchFamily="2" charset="77"/>
              </a:rPr>
              <a:t>Fundus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39FD338-C87D-7742-ABE3-889403754C73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190" y="147504"/>
            <a:ext cx="242704" cy="259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173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88" r:id="rId2"/>
    <p:sldLayoutId id="2147483689" r:id="rId3"/>
    <p:sldLayoutId id="2147483691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accent1"/>
          </a:solidFill>
          <a:latin typeface="Rajdhani" panose="02000000000000000000" pitchFamily="2" charset="77"/>
          <a:ea typeface="+mj-ea"/>
          <a:cs typeface="Rajdhani" panose="02000000000000000000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120000"/>
        <a:buFont typeface="Wingdings" pitchFamily="2" charset="2"/>
        <a:buChar char="§"/>
        <a:defRPr sz="24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SzPct val="120000"/>
        <a:buFont typeface="Wingdings" pitchFamily="2" charset="2"/>
        <a:buChar char="§"/>
        <a:defRPr sz="20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SzPct val="120000"/>
        <a:buFont typeface="Wingdings" pitchFamily="2" charset="2"/>
        <a:buChar char="§"/>
        <a:defRPr sz="18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4"/>
        </a:buClr>
        <a:buSzPct val="120000"/>
        <a:buFont typeface="Wingdings" pitchFamily="2" charset="2"/>
        <a:buChar char="§"/>
        <a:defRPr sz="16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5"/>
        </a:buClr>
        <a:buSzPct val="120000"/>
        <a:buFont typeface="Wingdings" pitchFamily="2" charset="2"/>
        <a:buChar char="§"/>
        <a:defRPr sz="16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A27A0B-57C9-964D-8325-A175C075FF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3528" y="2443832"/>
            <a:ext cx="3888432" cy="1090519"/>
          </a:xfrm>
        </p:spPr>
        <p:txBody>
          <a:bodyPr/>
          <a:lstStyle/>
          <a:p>
            <a:pPr algn="l"/>
            <a:r>
              <a:rPr lang="de-DE" sz="3600">
                <a:solidFill>
                  <a:schemeClr val="bg1"/>
                </a:solidFill>
              </a:rPr>
              <a:t>Agenda</a:t>
            </a:r>
            <a:endParaRPr lang="de-DE">
              <a:solidFill>
                <a:schemeClr val="bg1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B1BB625-3434-074C-9FED-D507033F44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528" y="3536345"/>
            <a:ext cx="3888432" cy="2347773"/>
          </a:xfrm>
        </p:spPr>
        <p:txBody>
          <a:bodyPr/>
          <a:lstStyle/>
          <a:p>
            <a:pPr algn="l"/>
            <a:r>
              <a:rPr lang="de-DE">
                <a:solidFill>
                  <a:schemeClr val="bg1"/>
                </a:solidFill>
              </a:rPr>
              <a:t>Was euch erwartet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AC6A4723-15A8-AE49-BEB9-7D89106B767A}"/>
              </a:ext>
            </a:extLst>
          </p:cNvPr>
          <p:cNvSpPr txBox="1">
            <a:spLocks/>
          </p:cNvSpPr>
          <p:nvPr/>
        </p:nvSpPr>
        <p:spPr>
          <a:xfrm>
            <a:off x="-818278" y="-416411"/>
            <a:ext cx="3590078" cy="370824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Fira Sans Medium" panose="020B0503050000020004" pitchFamily="34" charset="0"/>
                <a:ea typeface="+mj-ea"/>
                <a:cs typeface="+mj-cs"/>
              </a:defRPr>
            </a:lvl1pPr>
          </a:lstStyle>
          <a:p>
            <a:r>
              <a:rPr lang="de-DE" sz="21600" b="1">
                <a:solidFill>
                  <a:schemeClr val="bg1"/>
                </a:solidFill>
                <a:latin typeface="Rajdhani" panose="02000000000000000000" pitchFamily="2" charset="77"/>
                <a:ea typeface="Open Sans" panose="020B0606030504020204" pitchFamily="34" charset="0"/>
                <a:cs typeface="Rajdhani" panose="02000000000000000000" pitchFamily="2" charset="77"/>
              </a:rPr>
              <a:t>00.</a:t>
            </a:r>
          </a:p>
        </p:txBody>
      </p:sp>
      <p:grpSp>
        <p:nvGrpSpPr>
          <p:cNvPr id="29" name="Group 6">
            <a:extLst>
              <a:ext uri="{FF2B5EF4-FFF2-40B4-BE49-F238E27FC236}">
                <a16:creationId xmlns:a16="http://schemas.microsoft.com/office/drawing/2014/main" id="{DC0A7BCC-5214-8D4E-84C4-B04E580F4456}"/>
              </a:ext>
            </a:extLst>
          </p:cNvPr>
          <p:cNvGrpSpPr>
            <a:grpSpLocks noChangeAspect="1"/>
          </p:cNvGrpSpPr>
          <p:nvPr/>
        </p:nvGrpSpPr>
        <p:grpSpPr>
          <a:xfrm>
            <a:off x="5861639" y="915566"/>
            <a:ext cx="3024000" cy="963469"/>
            <a:chOff x="5901012" y="1838728"/>
            <a:chExt cx="3783225" cy="1205367"/>
          </a:xfrm>
        </p:grpSpPr>
        <p:sp>
          <p:nvSpPr>
            <p:cNvPr id="30" name="Shape">
              <a:extLst>
                <a:ext uri="{FF2B5EF4-FFF2-40B4-BE49-F238E27FC236}">
                  <a16:creationId xmlns:a16="http://schemas.microsoft.com/office/drawing/2014/main" id="{4B4B75BD-58C7-9842-9407-3D72C41843D9}"/>
                </a:ext>
              </a:extLst>
            </p:cNvPr>
            <p:cNvSpPr/>
            <p:nvPr/>
          </p:nvSpPr>
          <p:spPr>
            <a:xfrm>
              <a:off x="5901016" y="1838728"/>
              <a:ext cx="921749" cy="12053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0" y="10800"/>
                  </a:lnTo>
                  <a:lnTo>
                    <a:pt x="10800" y="21600"/>
                  </a:lnTo>
                  <a:lnTo>
                    <a:pt x="21600" y="10800"/>
                  </a:lnTo>
                  <a:close/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38100" tIns="228600" rIns="38100" bIns="38100" anchor="ctr"/>
            <a:lstStyle/>
            <a:p>
              <a:pPr algn="ctr">
                <a:defRPr sz="3000">
                  <a:solidFill>
                    <a:srgbClr val="FFFFFF"/>
                  </a:solidFill>
                </a:defRPr>
              </a:pPr>
              <a:r>
                <a:rPr lang="de-DE" b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01</a:t>
              </a:r>
            </a:p>
          </p:txBody>
        </p:sp>
        <p:sp>
          <p:nvSpPr>
            <p:cNvPr id="31" name="Freeform: Shape 8">
              <a:extLst>
                <a:ext uri="{FF2B5EF4-FFF2-40B4-BE49-F238E27FC236}">
                  <a16:creationId xmlns:a16="http://schemas.microsoft.com/office/drawing/2014/main" id="{2696663B-D234-FB49-B03D-79CCBA40FC27}"/>
                </a:ext>
              </a:extLst>
            </p:cNvPr>
            <p:cNvSpPr/>
            <p:nvPr/>
          </p:nvSpPr>
          <p:spPr>
            <a:xfrm>
              <a:off x="5901017" y="2213396"/>
              <a:ext cx="921748" cy="380931"/>
            </a:xfrm>
            <a:custGeom>
              <a:avLst/>
              <a:gdLst>
                <a:gd name="connsiteX0" fmla="*/ 524373 w 921748"/>
                <a:gd name="connsiteY0" fmla="*/ 0 h 380931"/>
                <a:gd name="connsiteX1" fmla="*/ 921747 w 921748"/>
                <a:gd name="connsiteY1" fmla="*/ 228015 h 380931"/>
                <a:gd name="connsiteX2" fmla="*/ 921748 w 921748"/>
                <a:gd name="connsiteY2" fmla="*/ 228016 h 380931"/>
                <a:gd name="connsiteX3" fmla="*/ 804813 w 921748"/>
                <a:gd name="connsiteY3" fmla="*/ 380931 h 380931"/>
                <a:gd name="connsiteX4" fmla="*/ 0 w 921748"/>
                <a:gd name="connsiteY4" fmla="*/ 228016 h 380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1748" h="380931">
                  <a:moveTo>
                    <a:pt x="524373" y="0"/>
                  </a:moveTo>
                  <a:lnTo>
                    <a:pt x="921747" y="228015"/>
                  </a:lnTo>
                  <a:lnTo>
                    <a:pt x="921748" y="228016"/>
                  </a:lnTo>
                  <a:lnTo>
                    <a:pt x="804813" y="380931"/>
                  </a:lnTo>
                  <a:lnTo>
                    <a:pt x="0" y="228016"/>
                  </a:lnTo>
                  <a:close/>
                </a:path>
              </a:pathLst>
            </a:custGeom>
            <a:solidFill>
              <a:srgbClr val="000000">
                <a:alpha val="30196"/>
              </a:srgbClr>
            </a:solidFill>
            <a:ln w="12700">
              <a:miter lim="400000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endParaRPr lang="de-DE" sz="30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2" name="Shape">
              <a:extLst>
                <a:ext uri="{FF2B5EF4-FFF2-40B4-BE49-F238E27FC236}">
                  <a16:creationId xmlns:a16="http://schemas.microsoft.com/office/drawing/2014/main" id="{141033A8-11F2-854C-AA6C-CF413AAEF91B}"/>
                </a:ext>
              </a:extLst>
            </p:cNvPr>
            <p:cNvSpPr/>
            <p:nvPr/>
          </p:nvSpPr>
          <p:spPr>
            <a:xfrm>
              <a:off x="5901012" y="1838728"/>
              <a:ext cx="3783225" cy="6026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631" y="0"/>
                  </a:moveTo>
                  <a:lnTo>
                    <a:pt x="0" y="21600"/>
                  </a:lnTo>
                  <a:lnTo>
                    <a:pt x="18998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 algn="ctr">
                <a:defRPr sz="3000">
                  <a:solidFill>
                    <a:srgbClr val="FFFFFF"/>
                  </a:solidFill>
                </a:defRPr>
              </a:pPr>
              <a:r>
                <a:rPr lang="de-DE" sz="2200">
                  <a:solidFill>
                    <a:schemeClr val="tx1">
                      <a:lumMod val="85000"/>
                      <a:lumOff val="15000"/>
                    </a:schemeClr>
                  </a:solidFill>
                  <a:latin typeface="Rajdhani Medium" panose="02000000000000000000" pitchFamily="2" charset="77"/>
                  <a:cs typeface="Rajdhani Medium" panose="02000000000000000000" pitchFamily="2" charset="77"/>
                </a:rPr>
                <a:t>Abschnitt 1</a:t>
              </a:r>
            </a:p>
          </p:txBody>
        </p:sp>
      </p:grpSp>
      <p:grpSp>
        <p:nvGrpSpPr>
          <p:cNvPr id="33" name="Group 10">
            <a:extLst>
              <a:ext uri="{FF2B5EF4-FFF2-40B4-BE49-F238E27FC236}">
                <a16:creationId xmlns:a16="http://schemas.microsoft.com/office/drawing/2014/main" id="{4E58EFB9-6C5D-724F-830A-FAF7745F0A34}"/>
              </a:ext>
            </a:extLst>
          </p:cNvPr>
          <p:cNvGrpSpPr>
            <a:grpSpLocks noChangeAspect="1"/>
          </p:cNvGrpSpPr>
          <p:nvPr/>
        </p:nvGrpSpPr>
        <p:grpSpPr>
          <a:xfrm>
            <a:off x="3059832" y="2645030"/>
            <a:ext cx="3024000" cy="962373"/>
            <a:chOff x="2395432" y="2441414"/>
            <a:chExt cx="3787532" cy="1205367"/>
          </a:xfrm>
        </p:grpSpPr>
        <p:sp>
          <p:nvSpPr>
            <p:cNvPr id="34" name="Shape">
              <a:extLst>
                <a:ext uri="{FF2B5EF4-FFF2-40B4-BE49-F238E27FC236}">
                  <a16:creationId xmlns:a16="http://schemas.microsoft.com/office/drawing/2014/main" id="{FF90A124-C4A9-5142-A8CA-37CAFCB0F7EF}"/>
                </a:ext>
              </a:extLst>
            </p:cNvPr>
            <p:cNvSpPr/>
            <p:nvPr/>
          </p:nvSpPr>
          <p:spPr>
            <a:xfrm>
              <a:off x="5261207" y="2441414"/>
              <a:ext cx="921757" cy="12053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10800"/>
                  </a:lnTo>
                  <a:lnTo>
                    <a:pt x="10800" y="21600"/>
                  </a:lnTo>
                  <a:lnTo>
                    <a:pt x="0" y="10800"/>
                  </a:lnTo>
                  <a:close/>
                </a:path>
              </a:pathLst>
            </a:custGeom>
            <a:solidFill>
              <a:schemeClr val="accent6"/>
            </a:solidFill>
            <a:ln w="12700">
              <a:miter lim="400000"/>
            </a:ln>
          </p:spPr>
          <p:txBody>
            <a:bodyPr lIns="38100" tIns="228600" rIns="38100" bIns="38100" anchor="ctr"/>
            <a:lstStyle/>
            <a:p>
              <a:pPr algn="ctr">
                <a:defRPr sz="3000">
                  <a:solidFill>
                    <a:srgbClr val="FFFFFF"/>
                  </a:solidFill>
                </a:defRPr>
              </a:pPr>
              <a:r>
                <a:rPr lang="de-DE" b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04</a:t>
              </a:r>
            </a:p>
          </p:txBody>
        </p:sp>
        <p:sp>
          <p:nvSpPr>
            <p:cNvPr id="35" name="Freeform: Shape 12">
              <a:extLst>
                <a:ext uri="{FF2B5EF4-FFF2-40B4-BE49-F238E27FC236}">
                  <a16:creationId xmlns:a16="http://schemas.microsoft.com/office/drawing/2014/main" id="{C72ED1F9-E9F7-0A42-8315-F39EF5F618D0}"/>
                </a:ext>
              </a:extLst>
            </p:cNvPr>
            <p:cNvSpPr/>
            <p:nvPr/>
          </p:nvSpPr>
          <p:spPr>
            <a:xfrm>
              <a:off x="5261208" y="2758941"/>
              <a:ext cx="921756" cy="439079"/>
            </a:xfrm>
            <a:custGeom>
              <a:avLst/>
              <a:gdLst>
                <a:gd name="connsiteX0" fmla="*/ 492627 w 921756"/>
                <a:gd name="connsiteY0" fmla="*/ 0 h 439079"/>
                <a:gd name="connsiteX1" fmla="*/ 921756 w 921756"/>
                <a:gd name="connsiteY1" fmla="*/ 285158 h 439079"/>
                <a:gd name="connsiteX2" fmla="*/ 921755 w 921756"/>
                <a:gd name="connsiteY2" fmla="*/ 285159 h 439079"/>
                <a:gd name="connsiteX3" fmla="*/ 117704 w 921756"/>
                <a:gd name="connsiteY3" fmla="*/ 439079 h 439079"/>
                <a:gd name="connsiteX4" fmla="*/ 0 w 921756"/>
                <a:gd name="connsiteY4" fmla="*/ 285158 h 439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1756" h="439079">
                  <a:moveTo>
                    <a:pt x="492627" y="0"/>
                  </a:moveTo>
                  <a:lnTo>
                    <a:pt x="921756" y="285158"/>
                  </a:lnTo>
                  <a:lnTo>
                    <a:pt x="921755" y="285159"/>
                  </a:lnTo>
                  <a:lnTo>
                    <a:pt x="117704" y="439079"/>
                  </a:lnTo>
                  <a:lnTo>
                    <a:pt x="0" y="285158"/>
                  </a:lnTo>
                  <a:close/>
                </a:path>
              </a:pathLst>
            </a:custGeom>
            <a:solidFill>
              <a:srgbClr val="000000">
                <a:alpha val="30196"/>
              </a:srgbClr>
            </a:solidFill>
            <a:ln w="12700">
              <a:miter lim="400000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 lang="de-DE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6" name="Shape">
              <a:extLst>
                <a:ext uri="{FF2B5EF4-FFF2-40B4-BE49-F238E27FC236}">
                  <a16:creationId xmlns:a16="http://schemas.microsoft.com/office/drawing/2014/main" id="{B24EB1F0-2C5B-A746-80B8-55E8770768C9}"/>
                </a:ext>
              </a:extLst>
            </p:cNvPr>
            <p:cNvSpPr/>
            <p:nvPr/>
          </p:nvSpPr>
          <p:spPr>
            <a:xfrm>
              <a:off x="2395432" y="2441414"/>
              <a:ext cx="3783225" cy="6026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69" y="0"/>
                  </a:moveTo>
                  <a:lnTo>
                    <a:pt x="21600" y="21600"/>
                  </a:lnTo>
                  <a:lnTo>
                    <a:pt x="2602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 algn="ctr">
                <a:defRPr sz="3000">
                  <a:solidFill>
                    <a:srgbClr val="FFFFFF"/>
                  </a:solidFill>
                </a:defRPr>
              </a:pPr>
              <a:r>
                <a:rPr lang="de-DE" sz="2200">
                  <a:solidFill>
                    <a:schemeClr val="tx1">
                      <a:lumMod val="85000"/>
                      <a:lumOff val="15000"/>
                    </a:schemeClr>
                  </a:solidFill>
                  <a:latin typeface="Rajdhani Medium" panose="02000000000000000000" pitchFamily="2" charset="77"/>
                  <a:cs typeface="Rajdhani Medium" panose="02000000000000000000" pitchFamily="2" charset="77"/>
                </a:rPr>
                <a:t>Abschnitt 4</a:t>
              </a:r>
            </a:p>
          </p:txBody>
        </p:sp>
      </p:grpSp>
      <p:grpSp>
        <p:nvGrpSpPr>
          <p:cNvPr id="37" name="Group 14">
            <a:extLst>
              <a:ext uri="{FF2B5EF4-FFF2-40B4-BE49-F238E27FC236}">
                <a16:creationId xmlns:a16="http://schemas.microsoft.com/office/drawing/2014/main" id="{401A8071-85FC-4E46-A912-1EFE8D9D840A}"/>
              </a:ext>
            </a:extLst>
          </p:cNvPr>
          <p:cNvGrpSpPr>
            <a:grpSpLocks noChangeAspect="1"/>
          </p:cNvGrpSpPr>
          <p:nvPr/>
        </p:nvGrpSpPr>
        <p:grpSpPr>
          <a:xfrm>
            <a:off x="5825647" y="2082636"/>
            <a:ext cx="3024000" cy="963469"/>
            <a:chOff x="5901012" y="1838728"/>
            <a:chExt cx="3783225" cy="1205367"/>
          </a:xfrm>
        </p:grpSpPr>
        <p:sp>
          <p:nvSpPr>
            <p:cNvPr id="38" name="Shape">
              <a:extLst>
                <a:ext uri="{FF2B5EF4-FFF2-40B4-BE49-F238E27FC236}">
                  <a16:creationId xmlns:a16="http://schemas.microsoft.com/office/drawing/2014/main" id="{8D8BBFCA-149B-034C-B2E7-3B7D5F31FCE9}"/>
                </a:ext>
              </a:extLst>
            </p:cNvPr>
            <p:cNvSpPr/>
            <p:nvPr/>
          </p:nvSpPr>
          <p:spPr>
            <a:xfrm>
              <a:off x="5901016" y="1838728"/>
              <a:ext cx="921749" cy="12053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0" y="10800"/>
                  </a:lnTo>
                  <a:lnTo>
                    <a:pt x="10800" y="21600"/>
                  </a:lnTo>
                  <a:lnTo>
                    <a:pt x="21600" y="10800"/>
                  </a:lnTo>
                  <a:close/>
                </a:path>
              </a:pathLst>
            </a:custGeom>
            <a:solidFill>
              <a:schemeClr val="bg2"/>
            </a:solidFill>
            <a:ln w="12700">
              <a:miter lim="400000"/>
            </a:ln>
          </p:spPr>
          <p:txBody>
            <a:bodyPr lIns="38100" tIns="228600" rIns="38100" bIns="38100" anchor="ctr"/>
            <a:lstStyle/>
            <a:p>
              <a:pPr algn="ctr">
                <a:defRPr sz="3000">
                  <a:solidFill>
                    <a:srgbClr val="FFFFFF"/>
                  </a:solidFill>
                </a:defRPr>
              </a:pPr>
              <a:r>
                <a:rPr lang="de-DE" b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03</a:t>
              </a:r>
            </a:p>
          </p:txBody>
        </p:sp>
        <p:sp>
          <p:nvSpPr>
            <p:cNvPr id="39" name="Freeform: Shape 16">
              <a:extLst>
                <a:ext uri="{FF2B5EF4-FFF2-40B4-BE49-F238E27FC236}">
                  <a16:creationId xmlns:a16="http://schemas.microsoft.com/office/drawing/2014/main" id="{946F2022-13C5-DD4B-9573-97AFD01C1D99}"/>
                </a:ext>
              </a:extLst>
            </p:cNvPr>
            <p:cNvSpPr/>
            <p:nvPr/>
          </p:nvSpPr>
          <p:spPr>
            <a:xfrm>
              <a:off x="5901017" y="2213396"/>
              <a:ext cx="921748" cy="380931"/>
            </a:xfrm>
            <a:custGeom>
              <a:avLst/>
              <a:gdLst>
                <a:gd name="connsiteX0" fmla="*/ 524373 w 921748"/>
                <a:gd name="connsiteY0" fmla="*/ 0 h 380931"/>
                <a:gd name="connsiteX1" fmla="*/ 921747 w 921748"/>
                <a:gd name="connsiteY1" fmla="*/ 228015 h 380931"/>
                <a:gd name="connsiteX2" fmla="*/ 921748 w 921748"/>
                <a:gd name="connsiteY2" fmla="*/ 228016 h 380931"/>
                <a:gd name="connsiteX3" fmla="*/ 804813 w 921748"/>
                <a:gd name="connsiteY3" fmla="*/ 380931 h 380931"/>
                <a:gd name="connsiteX4" fmla="*/ 0 w 921748"/>
                <a:gd name="connsiteY4" fmla="*/ 228016 h 380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1748" h="380931">
                  <a:moveTo>
                    <a:pt x="524373" y="0"/>
                  </a:moveTo>
                  <a:lnTo>
                    <a:pt x="921747" y="228015"/>
                  </a:lnTo>
                  <a:lnTo>
                    <a:pt x="921748" y="228016"/>
                  </a:lnTo>
                  <a:lnTo>
                    <a:pt x="804813" y="380931"/>
                  </a:lnTo>
                  <a:lnTo>
                    <a:pt x="0" y="228016"/>
                  </a:lnTo>
                  <a:close/>
                </a:path>
              </a:pathLst>
            </a:custGeom>
            <a:solidFill>
              <a:srgbClr val="000000">
                <a:alpha val="30196"/>
              </a:srgbClr>
            </a:solidFill>
            <a:ln w="12700">
              <a:miter lim="400000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endParaRPr lang="de-DE" sz="30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40" name="Shape">
              <a:extLst>
                <a:ext uri="{FF2B5EF4-FFF2-40B4-BE49-F238E27FC236}">
                  <a16:creationId xmlns:a16="http://schemas.microsoft.com/office/drawing/2014/main" id="{8EB1B445-A855-B541-A0EA-BFA1288D91FF}"/>
                </a:ext>
              </a:extLst>
            </p:cNvPr>
            <p:cNvSpPr/>
            <p:nvPr/>
          </p:nvSpPr>
          <p:spPr>
            <a:xfrm>
              <a:off x="5901012" y="1838728"/>
              <a:ext cx="3783225" cy="6026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631" y="0"/>
                  </a:moveTo>
                  <a:lnTo>
                    <a:pt x="0" y="21600"/>
                  </a:lnTo>
                  <a:lnTo>
                    <a:pt x="18998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bg2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 algn="ctr">
                <a:defRPr sz="3000">
                  <a:solidFill>
                    <a:srgbClr val="FFFFFF"/>
                  </a:solidFill>
                </a:defRPr>
              </a:pPr>
              <a:r>
                <a:rPr lang="de-DE" sz="2200">
                  <a:solidFill>
                    <a:schemeClr val="tx1">
                      <a:lumMod val="85000"/>
                      <a:lumOff val="15000"/>
                    </a:schemeClr>
                  </a:solidFill>
                  <a:latin typeface="Rajdhani Medium" panose="02000000000000000000" pitchFamily="2" charset="77"/>
                  <a:cs typeface="Rajdhani Medium" panose="02000000000000000000" pitchFamily="2" charset="77"/>
                </a:rPr>
                <a:t>Abschnitt 3</a:t>
              </a:r>
            </a:p>
          </p:txBody>
        </p:sp>
      </p:grpSp>
      <p:grpSp>
        <p:nvGrpSpPr>
          <p:cNvPr id="41" name="Group 14">
            <a:extLst>
              <a:ext uri="{FF2B5EF4-FFF2-40B4-BE49-F238E27FC236}">
                <a16:creationId xmlns:a16="http://schemas.microsoft.com/office/drawing/2014/main" id="{09E6F461-3F4B-E443-8374-354FA711B6F5}"/>
              </a:ext>
            </a:extLst>
          </p:cNvPr>
          <p:cNvGrpSpPr>
            <a:grpSpLocks noChangeAspect="1"/>
          </p:cNvGrpSpPr>
          <p:nvPr/>
        </p:nvGrpSpPr>
        <p:grpSpPr>
          <a:xfrm>
            <a:off x="5825647" y="3187136"/>
            <a:ext cx="3024000" cy="963469"/>
            <a:chOff x="5901012" y="1838728"/>
            <a:chExt cx="3783225" cy="1205367"/>
          </a:xfrm>
        </p:grpSpPr>
        <p:sp>
          <p:nvSpPr>
            <p:cNvPr id="42" name="Shape">
              <a:extLst>
                <a:ext uri="{FF2B5EF4-FFF2-40B4-BE49-F238E27FC236}">
                  <a16:creationId xmlns:a16="http://schemas.microsoft.com/office/drawing/2014/main" id="{239AF51F-9830-2245-8FB3-39231174ED3C}"/>
                </a:ext>
              </a:extLst>
            </p:cNvPr>
            <p:cNvSpPr/>
            <p:nvPr/>
          </p:nvSpPr>
          <p:spPr>
            <a:xfrm>
              <a:off x="5901016" y="1838728"/>
              <a:ext cx="921749" cy="12053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0" y="10800"/>
                  </a:lnTo>
                  <a:lnTo>
                    <a:pt x="10800" y="21600"/>
                  </a:lnTo>
                  <a:lnTo>
                    <a:pt x="21600" y="10800"/>
                  </a:lnTo>
                  <a:close/>
                </a:path>
              </a:pathLst>
            </a:custGeom>
            <a:solidFill>
              <a:schemeClr val="accent5"/>
            </a:solidFill>
            <a:ln w="12700">
              <a:miter lim="400000"/>
            </a:ln>
          </p:spPr>
          <p:txBody>
            <a:bodyPr lIns="38100" tIns="228600" rIns="38100" bIns="38100" anchor="ctr"/>
            <a:lstStyle/>
            <a:p>
              <a:pPr algn="ctr">
                <a:defRPr sz="3000">
                  <a:solidFill>
                    <a:srgbClr val="FFFFFF"/>
                  </a:solidFill>
                </a:defRPr>
              </a:pPr>
              <a:r>
                <a:rPr lang="de-DE" b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05</a:t>
              </a:r>
            </a:p>
          </p:txBody>
        </p:sp>
        <p:sp>
          <p:nvSpPr>
            <p:cNvPr id="43" name="Freeform: Shape 16">
              <a:extLst>
                <a:ext uri="{FF2B5EF4-FFF2-40B4-BE49-F238E27FC236}">
                  <a16:creationId xmlns:a16="http://schemas.microsoft.com/office/drawing/2014/main" id="{7E3E1CF7-5C0A-5F4D-99F5-9C54A2BE9749}"/>
                </a:ext>
              </a:extLst>
            </p:cNvPr>
            <p:cNvSpPr/>
            <p:nvPr/>
          </p:nvSpPr>
          <p:spPr>
            <a:xfrm>
              <a:off x="5901017" y="2213396"/>
              <a:ext cx="921748" cy="380931"/>
            </a:xfrm>
            <a:custGeom>
              <a:avLst/>
              <a:gdLst>
                <a:gd name="connsiteX0" fmla="*/ 524373 w 921748"/>
                <a:gd name="connsiteY0" fmla="*/ 0 h 380931"/>
                <a:gd name="connsiteX1" fmla="*/ 921747 w 921748"/>
                <a:gd name="connsiteY1" fmla="*/ 228015 h 380931"/>
                <a:gd name="connsiteX2" fmla="*/ 921748 w 921748"/>
                <a:gd name="connsiteY2" fmla="*/ 228016 h 380931"/>
                <a:gd name="connsiteX3" fmla="*/ 804813 w 921748"/>
                <a:gd name="connsiteY3" fmla="*/ 380931 h 380931"/>
                <a:gd name="connsiteX4" fmla="*/ 0 w 921748"/>
                <a:gd name="connsiteY4" fmla="*/ 228016 h 380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1748" h="380931">
                  <a:moveTo>
                    <a:pt x="524373" y="0"/>
                  </a:moveTo>
                  <a:lnTo>
                    <a:pt x="921747" y="228015"/>
                  </a:lnTo>
                  <a:lnTo>
                    <a:pt x="921748" y="228016"/>
                  </a:lnTo>
                  <a:lnTo>
                    <a:pt x="804813" y="380931"/>
                  </a:lnTo>
                  <a:lnTo>
                    <a:pt x="0" y="228016"/>
                  </a:lnTo>
                  <a:close/>
                </a:path>
              </a:pathLst>
            </a:custGeom>
            <a:solidFill>
              <a:srgbClr val="000000">
                <a:alpha val="30196"/>
              </a:srgbClr>
            </a:solidFill>
            <a:ln w="12700">
              <a:miter lim="400000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endParaRPr lang="de-DE" sz="30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44" name="Shape">
              <a:extLst>
                <a:ext uri="{FF2B5EF4-FFF2-40B4-BE49-F238E27FC236}">
                  <a16:creationId xmlns:a16="http://schemas.microsoft.com/office/drawing/2014/main" id="{3A505CC4-E5AC-254D-9B3E-7A33C5175FCB}"/>
                </a:ext>
              </a:extLst>
            </p:cNvPr>
            <p:cNvSpPr/>
            <p:nvPr/>
          </p:nvSpPr>
          <p:spPr>
            <a:xfrm>
              <a:off x="5901012" y="1838728"/>
              <a:ext cx="3783225" cy="6026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631" y="0"/>
                  </a:moveTo>
                  <a:lnTo>
                    <a:pt x="0" y="21600"/>
                  </a:lnTo>
                  <a:lnTo>
                    <a:pt x="18998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5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 algn="ctr">
                <a:defRPr sz="3000">
                  <a:solidFill>
                    <a:srgbClr val="FFFFFF"/>
                  </a:solidFill>
                </a:defRPr>
              </a:pPr>
              <a:r>
                <a:rPr lang="de-DE" sz="2200">
                  <a:solidFill>
                    <a:schemeClr val="tx1">
                      <a:lumMod val="85000"/>
                      <a:lumOff val="15000"/>
                    </a:schemeClr>
                  </a:solidFill>
                  <a:latin typeface="Rajdhani Medium" panose="02000000000000000000" pitchFamily="2" charset="77"/>
                  <a:cs typeface="Rajdhani Medium" panose="02000000000000000000" pitchFamily="2" charset="77"/>
                </a:rPr>
                <a:t>Abschnitt 5</a:t>
              </a:r>
            </a:p>
          </p:txBody>
        </p:sp>
      </p:grpSp>
      <p:grpSp>
        <p:nvGrpSpPr>
          <p:cNvPr id="45" name="Group 10">
            <a:extLst>
              <a:ext uri="{FF2B5EF4-FFF2-40B4-BE49-F238E27FC236}">
                <a16:creationId xmlns:a16="http://schemas.microsoft.com/office/drawing/2014/main" id="{8C9C2129-2087-D548-86C7-260833B05284}"/>
              </a:ext>
            </a:extLst>
          </p:cNvPr>
          <p:cNvGrpSpPr>
            <a:grpSpLocks noChangeAspect="1"/>
          </p:cNvGrpSpPr>
          <p:nvPr/>
        </p:nvGrpSpPr>
        <p:grpSpPr>
          <a:xfrm>
            <a:off x="3060108" y="1493308"/>
            <a:ext cx="3024000" cy="962373"/>
            <a:chOff x="2395432" y="2441414"/>
            <a:chExt cx="3787532" cy="1205367"/>
          </a:xfrm>
        </p:grpSpPr>
        <p:sp>
          <p:nvSpPr>
            <p:cNvPr id="46" name="Shape">
              <a:extLst>
                <a:ext uri="{FF2B5EF4-FFF2-40B4-BE49-F238E27FC236}">
                  <a16:creationId xmlns:a16="http://schemas.microsoft.com/office/drawing/2014/main" id="{DCCAA0E5-F992-294F-80EE-B41E7FFD1908}"/>
                </a:ext>
              </a:extLst>
            </p:cNvPr>
            <p:cNvSpPr/>
            <p:nvPr/>
          </p:nvSpPr>
          <p:spPr>
            <a:xfrm>
              <a:off x="5261207" y="2441414"/>
              <a:ext cx="921757" cy="12053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10800"/>
                  </a:lnTo>
                  <a:lnTo>
                    <a:pt x="10800" y="21600"/>
                  </a:lnTo>
                  <a:lnTo>
                    <a:pt x="0" y="10800"/>
                  </a:lnTo>
                  <a:close/>
                </a:path>
              </a:pathLst>
            </a:custGeom>
            <a:solidFill>
              <a:schemeClr val="accent4"/>
            </a:solidFill>
            <a:ln w="12700">
              <a:miter lim="400000"/>
            </a:ln>
          </p:spPr>
          <p:txBody>
            <a:bodyPr lIns="38100" tIns="228600" rIns="38100" bIns="38100" anchor="ctr"/>
            <a:lstStyle/>
            <a:p>
              <a:pPr algn="ctr">
                <a:defRPr sz="3000">
                  <a:solidFill>
                    <a:srgbClr val="FFFFFF"/>
                  </a:solidFill>
                </a:defRPr>
              </a:pPr>
              <a:r>
                <a:rPr lang="de-DE" b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02</a:t>
              </a:r>
            </a:p>
          </p:txBody>
        </p:sp>
        <p:sp>
          <p:nvSpPr>
            <p:cNvPr id="47" name="Freeform: Shape 12">
              <a:extLst>
                <a:ext uri="{FF2B5EF4-FFF2-40B4-BE49-F238E27FC236}">
                  <a16:creationId xmlns:a16="http://schemas.microsoft.com/office/drawing/2014/main" id="{1BED6381-B126-4C49-9BAA-E2793CA2F003}"/>
                </a:ext>
              </a:extLst>
            </p:cNvPr>
            <p:cNvSpPr/>
            <p:nvPr/>
          </p:nvSpPr>
          <p:spPr>
            <a:xfrm>
              <a:off x="5261208" y="2758941"/>
              <a:ext cx="921756" cy="439079"/>
            </a:xfrm>
            <a:custGeom>
              <a:avLst/>
              <a:gdLst>
                <a:gd name="connsiteX0" fmla="*/ 492627 w 921756"/>
                <a:gd name="connsiteY0" fmla="*/ 0 h 439079"/>
                <a:gd name="connsiteX1" fmla="*/ 921756 w 921756"/>
                <a:gd name="connsiteY1" fmla="*/ 285158 h 439079"/>
                <a:gd name="connsiteX2" fmla="*/ 921755 w 921756"/>
                <a:gd name="connsiteY2" fmla="*/ 285159 h 439079"/>
                <a:gd name="connsiteX3" fmla="*/ 117704 w 921756"/>
                <a:gd name="connsiteY3" fmla="*/ 439079 h 439079"/>
                <a:gd name="connsiteX4" fmla="*/ 0 w 921756"/>
                <a:gd name="connsiteY4" fmla="*/ 285158 h 439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1756" h="439079">
                  <a:moveTo>
                    <a:pt x="492627" y="0"/>
                  </a:moveTo>
                  <a:lnTo>
                    <a:pt x="921756" y="285158"/>
                  </a:lnTo>
                  <a:lnTo>
                    <a:pt x="921755" y="285159"/>
                  </a:lnTo>
                  <a:lnTo>
                    <a:pt x="117704" y="439079"/>
                  </a:lnTo>
                  <a:lnTo>
                    <a:pt x="0" y="285158"/>
                  </a:lnTo>
                  <a:close/>
                </a:path>
              </a:pathLst>
            </a:custGeom>
            <a:solidFill>
              <a:srgbClr val="000000">
                <a:alpha val="30196"/>
              </a:srgbClr>
            </a:solidFill>
            <a:ln w="12700">
              <a:miter lim="400000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 lang="de-DE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48" name="Shape">
              <a:extLst>
                <a:ext uri="{FF2B5EF4-FFF2-40B4-BE49-F238E27FC236}">
                  <a16:creationId xmlns:a16="http://schemas.microsoft.com/office/drawing/2014/main" id="{A380A8E8-BDCB-3644-8563-E8745246CF4F}"/>
                </a:ext>
              </a:extLst>
            </p:cNvPr>
            <p:cNvSpPr/>
            <p:nvPr/>
          </p:nvSpPr>
          <p:spPr>
            <a:xfrm>
              <a:off x="2395432" y="2441414"/>
              <a:ext cx="3783225" cy="6026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69" y="0"/>
                  </a:moveTo>
                  <a:lnTo>
                    <a:pt x="21600" y="21600"/>
                  </a:lnTo>
                  <a:lnTo>
                    <a:pt x="2602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 algn="ctr">
                <a:defRPr sz="3000">
                  <a:solidFill>
                    <a:srgbClr val="FFFFFF"/>
                  </a:solidFill>
                </a:defRPr>
              </a:pPr>
              <a:r>
                <a:rPr lang="de-DE" sz="2200">
                  <a:solidFill>
                    <a:schemeClr val="tx1">
                      <a:lumMod val="85000"/>
                      <a:lumOff val="15000"/>
                    </a:schemeClr>
                  </a:solidFill>
                  <a:latin typeface="Rajdhani Medium" panose="02000000000000000000" pitchFamily="2" charset="77"/>
                  <a:cs typeface="Rajdhani Medium" panose="02000000000000000000" pitchFamily="2" charset="77"/>
                </a:rPr>
                <a:t>Abschnitt 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56750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1">
            <a:extLst>
              <a:ext uri="{FF2B5EF4-FFF2-40B4-BE49-F238E27FC236}">
                <a16:creationId xmlns:a16="http://schemas.microsoft.com/office/drawing/2014/main" id="{B4EE1904-771B-DE45-9658-2F5B1D1C4BE9}"/>
              </a:ext>
            </a:extLst>
          </p:cNvPr>
          <p:cNvSpPr txBox="1">
            <a:spLocks/>
          </p:cNvSpPr>
          <p:nvPr/>
        </p:nvSpPr>
        <p:spPr>
          <a:xfrm>
            <a:off x="-900608" y="-246966"/>
            <a:ext cx="3590078" cy="37082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Fira Sans Medium" panose="020B0503050000020004" pitchFamily="34" charset="0"/>
                <a:ea typeface="+mj-ea"/>
                <a:cs typeface="+mj-cs"/>
              </a:defRPr>
            </a:lvl1pPr>
          </a:lstStyle>
          <a:p>
            <a:r>
              <a:rPr lang="de-DE" sz="21600" b="1" dirty="0">
                <a:solidFill>
                  <a:schemeClr val="tx2"/>
                </a:solidFill>
                <a:latin typeface="Rajdhani" panose="02000000000000000000" pitchFamily="2" charset="77"/>
                <a:ea typeface="Open Sans" panose="020B0606030504020204" pitchFamily="34" charset="0"/>
                <a:cs typeface="Rajdhani" panose="02000000000000000000" pitchFamily="2" charset="77"/>
              </a:rPr>
              <a:t>01.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A5AAF9A1-92B9-1147-8C8A-344F81C3EF45}"/>
              </a:ext>
            </a:extLst>
          </p:cNvPr>
          <p:cNvSpPr txBox="1">
            <a:spLocks/>
          </p:cNvSpPr>
          <p:nvPr/>
        </p:nvSpPr>
        <p:spPr>
          <a:xfrm>
            <a:off x="323528" y="2443832"/>
            <a:ext cx="3888432" cy="10905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Rajdhani" panose="02000000000000000000" pitchFamily="2" charset="77"/>
                <a:ea typeface="+mj-ea"/>
                <a:cs typeface="Rajdhani" panose="02000000000000000000" pitchFamily="2" charset="77"/>
              </a:defRPr>
            </a:lvl1pPr>
          </a:lstStyle>
          <a:p>
            <a:pPr algn="l"/>
            <a:r>
              <a:rPr lang="de-DE" sz="3600" dirty="0">
                <a:solidFill>
                  <a:schemeClr val="bg1"/>
                </a:solidFill>
              </a:rPr>
              <a:t>Abschnitt 1 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9" name="Untertitel 2">
            <a:extLst>
              <a:ext uri="{FF2B5EF4-FFF2-40B4-BE49-F238E27FC236}">
                <a16:creationId xmlns:a16="http://schemas.microsoft.com/office/drawing/2014/main" id="{41CB12CD-50F9-2B4F-A014-D5F560BA2FDE}"/>
              </a:ext>
            </a:extLst>
          </p:cNvPr>
          <p:cNvSpPr txBox="1">
            <a:spLocks/>
          </p:cNvSpPr>
          <p:nvPr/>
        </p:nvSpPr>
        <p:spPr>
          <a:xfrm>
            <a:off x="323528" y="3536345"/>
            <a:ext cx="3888432" cy="12676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120000"/>
              <a:buFont typeface="Wingdings" pitchFamily="2" charset="2"/>
              <a:buNone/>
              <a:defRPr sz="20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defRPr sz="20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120000"/>
              <a:buFont typeface="Wingdings" pitchFamily="2" charset="2"/>
              <a:buNone/>
              <a:defRPr sz="18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SzPct val="120000"/>
              <a:buFont typeface="Wingdings" pitchFamily="2" charset="2"/>
              <a:buNone/>
              <a:defRPr sz="16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SzPct val="120000"/>
              <a:buFont typeface="Wingdings" pitchFamily="2" charset="2"/>
              <a:buNone/>
              <a:defRPr sz="16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AT" sz="2400" dirty="0">
                <a:solidFill>
                  <a:schemeClr val="bg1"/>
                </a:solidFill>
              </a:rPr>
              <a:t>Gründlich durchgecheckt steht sie da. Und wartet auf den Start, alles klar …</a:t>
            </a:r>
          </a:p>
        </p:txBody>
      </p:sp>
    </p:spTree>
    <p:extLst>
      <p:ext uri="{BB962C8B-B14F-4D97-AF65-F5344CB8AC3E}">
        <p14:creationId xmlns:p14="http://schemas.microsoft.com/office/powerpoint/2010/main" val="597644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1">
            <a:extLst>
              <a:ext uri="{FF2B5EF4-FFF2-40B4-BE49-F238E27FC236}">
                <a16:creationId xmlns:a16="http://schemas.microsoft.com/office/drawing/2014/main" id="{41DF3C54-BD89-4A45-A492-644CC8002874}"/>
              </a:ext>
            </a:extLst>
          </p:cNvPr>
          <p:cNvSpPr txBox="1">
            <a:spLocks/>
          </p:cNvSpPr>
          <p:nvPr/>
        </p:nvSpPr>
        <p:spPr>
          <a:xfrm>
            <a:off x="-900608" y="-344403"/>
            <a:ext cx="3590078" cy="37082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Fira Sans Medium" panose="020B0503050000020004" pitchFamily="34" charset="0"/>
                <a:ea typeface="+mj-ea"/>
                <a:cs typeface="+mj-cs"/>
              </a:defRPr>
            </a:lvl1pPr>
          </a:lstStyle>
          <a:p>
            <a:r>
              <a:rPr lang="de-DE" sz="21600" b="1" dirty="0">
                <a:solidFill>
                  <a:schemeClr val="accent4"/>
                </a:solidFill>
                <a:latin typeface="Rajdhani" panose="02000000000000000000" pitchFamily="2" charset="77"/>
                <a:ea typeface="Open Sans" panose="020B0606030504020204" pitchFamily="34" charset="0"/>
                <a:cs typeface="Rajdhani" panose="02000000000000000000" pitchFamily="2" charset="77"/>
              </a:rPr>
              <a:t>02.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ADB2E9C7-494A-0340-BDFA-88E248D972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3528" y="2443832"/>
            <a:ext cx="3888432" cy="1090519"/>
          </a:xfrm>
        </p:spPr>
        <p:txBody>
          <a:bodyPr/>
          <a:lstStyle/>
          <a:p>
            <a:pPr algn="l"/>
            <a:r>
              <a:rPr lang="de-DE" sz="3600" dirty="0">
                <a:solidFill>
                  <a:schemeClr val="bg1"/>
                </a:solidFill>
                <a:ea typeface="Helvetica Neue Condensed Black" panose="02000503000000020004" pitchFamily="2" charset="0"/>
              </a:rPr>
              <a:t>Abschnitt 2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8A158F24-9509-7E4B-B9F6-93B65617B4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528" y="3536345"/>
            <a:ext cx="3888432" cy="1267653"/>
          </a:xfrm>
        </p:spPr>
        <p:txBody>
          <a:bodyPr>
            <a:noAutofit/>
          </a:bodyPr>
          <a:lstStyle/>
          <a:p>
            <a:pPr algn="l"/>
            <a:r>
              <a:rPr lang="de-AT" sz="2400" dirty="0">
                <a:solidFill>
                  <a:schemeClr val="bg1"/>
                </a:solidFill>
              </a:rPr>
              <a:t>Experten streiten sich um ein paar Daten. Die Crew hat da noch ein paar Fragen …</a:t>
            </a:r>
          </a:p>
        </p:txBody>
      </p:sp>
    </p:spTree>
    <p:extLst>
      <p:ext uri="{BB962C8B-B14F-4D97-AF65-F5344CB8AC3E}">
        <p14:creationId xmlns:p14="http://schemas.microsoft.com/office/powerpoint/2010/main" val="2384864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1">
            <a:extLst>
              <a:ext uri="{FF2B5EF4-FFF2-40B4-BE49-F238E27FC236}">
                <a16:creationId xmlns:a16="http://schemas.microsoft.com/office/drawing/2014/main" id="{41DF3C54-BD89-4A45-A492-644CC8002874}"/>
              </a:ext>
            </a:extLst>
          </p:cNvPr>
          <p:cNvSpPr txBox="1">
            <a:spLocks/>
          </p:cNvSpPr>
          <p:nvPr/>
        </p:nvSpPr>
        <p:spPr>
          <a:xfrm>
            <a:off x="-900608" y="-416411"/>
            <a:ext cx="3590078" cy="370824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Fira Sans Medium" panose="020B0503050000020004" pitchFamily="34" charset="0"/>
                <a:ea typeface="+mj-ea"/>
                <a:cs typeface="+mj-cs"/>
              </a:defRPr>
            </a:lvl1pPr>
          </a:lstStyle>
          <a:p>
            <a:r>
              <a:rPr lang="de-DE" sz="21600" b="1" dirty="0">
                <a:solidFill>
                  <a:schemeClr val="bg2"/>
                </a:solidFill>
                <a:latin typeface="Rajdhani" panose="02000000000000000000" pitchFamily="2" charset="77"/>
                <a:ea typeface="Open Sans" panose="020B0606030504020204" pitchFamily="34" charset="0"/>
                <a:cs typeface="Rajdhani" panose="02000000000000000000" pitchFamily="2" charset="77"/>
              </a:rPr>
              <a:t>03.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ADB2E9C7-494A-0340-BDFA-88E248D972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3528" y="2443832"/>
            <a:ext cx="4176464" cy="1090519"/>
          </a:xfrm>
        </p:spPr>
        <p:txBody>
          <a:bodyPr/>
          <a:lstStyle/>
          <a:p>
            <a:pPr algn="l"/>
            <a:r>
              <a:rPr lang="de-DE" sz="3600" dirty="0">
                <a:solidFill>
                  <a:schemeClr val="bg1"/>
                </a:solidFill>
                <a:ea typeface="Helvetica Neue Condensed Black" panose="02000503000000020004" pitchFamily="2" charset="0"/>
              </a:rPr>
              <a:t>Abschnitt 3</a:t>
            </a:r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8A158F24-9509-7E4B-B9F6-93B65617B4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528" y="3536345"/>
            <a:ext cx="3888432" cy="2347773"/>
          </a:xfrm>
        </p:spPr>
        <p:txBody>
          <a:bodyPr>
            <a:normAutofit/>
          </a:bodyPr>
          <a:lstStyle/>
          <a:p>
            <a:pPr algn="l"/>
            <a:r>
              <a:rPr lang="de-AT" sz="2400" dirty="0">
                <a:solidFill>
                  <a:schemeClr val="bg1"/>
                </a:solidFill>
              </a:rPr>
              <a:t>Die Erdanziehungskraft ist überwunden. Alles läuft perfekt, schon seit Stunden …</a:t>
            </a:r>
          </a:p>
        </p:txBody>
      </p:sp>
    </p:spTree>
    <p:extLst>
      <p:ext uri="{BB962C8B-B14F-4D97-AF65-F5344CB8AC3E}">
        <p14:creationId xmlns:p14="http://schemas.microsoft.com/office/powerpoint/2010/main" val="2043546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1">
            <a:extLst>
              <a:ext uri="{FF2B5EF4-FFF2-40B4-BE49-F238E27FC236}">
                <a16:creationId xmlns:a16="http://schemas.microsoft.com/office/drawing/2014/main" id="{41DF3C54-BD89-4A45-A492-644CC8002874}"/>
              </a:ext>
            </a:extLst>
          </p:cNvPr>
          <p:cNvSpPr txBox="1">
            <a:spLocks/>
          </p:cNvSpPr>
          <p:nvPr/>
        </p:nvSpPr>
        <p:spPr>
          <a:xfrm>
            <a:off x="-900608" y="-380578"/>
            <a:ext cx="3590078" cy="370824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Fira Sans Medium" panose="020B0503050000020004" pitchFamily="34" charset="0"/>
                <a:ea typeface="+mj-ea"/>
                <a:cs typeface="+mj-cs"/>
              </a:defRPr>
            </a:lvl1pPr>
          </a:lstStyle>
          <a:p>
            <a:r>
              <a:rPr lang="de-DE" sz="21600" b="1" dirty="0">
                <a:solidFill>
                  <a:schemeClr val="accent6"/>
                </a:solidFill>
                <a:latin typeface="Rajdhani" panose="02000000000000000000" pitchFamily="2" charset="77"/>
                <a:ea typeface="Open Sans" panose="020B0606030504020204" pitchFamily="34" charset="0"/>
                <a:cs typeface="Rajdhani" panose="02000000000000000000" pitchFamily="2" charset="77"/>
              </a:rPr>
              <a:t>04.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ADB2E9C7-494A-0340-BDFA-88E248D972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3528" y="2443832"/>
            <a:ext cx="3888432" cy="1090519"/>
          </a:xfrm>
        </p:spPr>
        <p:txBody>
          <a:bodyPr/>
          <a:lstStyle/>
          <a:p>
            <a:pPr algn="l"/>
            <a:r>
              <a:rPr lang="de-DE" sz="3600" dirty="0">
                <a:solidFill>
                  <a:schemeClr val="bg1"/>
                </a:solidFill>
                <a:ea typeface="Helvetica Neue Condensed Black" panose="02000503000000020004" pitchFamily="2" charset="0"/>
              </a:rPr>
              <a:t>Abschnitt 4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8A158F24-9509-7E4B-B9F6-93B65617B4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528" y="3536345"/>
            <a:ext cx="3888432" cy="2347773"/>
          </a:xfrm>
        </p:spPr>
        <p:txBody>
          <a:bodyPr>
            <a:normAutofit/>
          </a:bodyPr>
          <a:lstStyle/>
          <a:p>
            <a:pPr algn="l"/>
            <a:r>
              <a:rPr lang="de-AT" sz="2400" dirty="0">
                <a:solidFill>
                  <a:schemeClr val="bg1"/>
                </a:solidFill>
              </a:rPr>
              <a:t>Im Kontrollzentrum, da wird man panisch. Der Kurs der Kapsel, der stimmt ja gar nicht …</a:t>
            </a:r>
          </a:p>
        </p:txBody>
      </p:sp>
    </p:spTree>
    <p:extLst>
      <p:ext uri="{BB962C8B-B14F-4D97-AF65-F5344CB8AC3E}">
        <p14:creationId xmlns:p14="http://schemas.microsoft.com/office/powerpoint/2010/main" val="4096113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1">
            <a:extLst>
              <a:ext uri="{FF2B5EF4-FFF2-40B4-BE49-F238E27FC236}">
                <a16:creationId xmlns:a16="http://schemas.microsoft.com/office/drawing/2014/main" id="{41DF3C54-BD89-4A45-A492-644CC8002874}"/>
              </a:ext>
            </a:extLst>
          </p:cNvPr>
          <p:cNvSpPr txBox="1">
            <a:spLocks/>
          </p:cNvSpPr>
          <p:nvPr/>
        </p:nvSpPr>
        <p:spPr>
          <a:xfrm>
            <a:off x="-900608" y="-380578"/>
            <a:ext cx="3590078" cy="370824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Fira Sans Medium" panose="020B0503050000020004" pitchFamily="34" charset="0"/>
                <a:ea typeface="+mj-ea"/>
                <a:cs typeface="+mj-cs"/>
              </a:defRPr>
            </a:lvl1pPr>
          </a:lstStyle>
          <a:p>
            <a:r>
              <a:rPr lang="de-DE" sz="21600" b="1" dirty="0">
                <a:solidFill>
                  <a:schemeClr val="accent5"/>
                </a:solidFill>
                <a:latin typeface="Rajdhani" panose="02000000000000000000" pitchFamily="2" charset="77"/>
                <a:ea typeface="Open Sans" panose="020B0606030504020204" pitchFamily="34" charset="0"/>
                <a:cs typeface="Rajdhani" panose="02000000000000000000" pitchFamily="2" charset="77"/>
              </a:rPr>
              <a:t>05.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ADB2E9C7-494A-0340-BDFA-88E248D972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3528" y="2443832"/>
            <a:ext cx="4032448" cy="1090519"/>
          </a:xfrm>
        </p:spPr>
        <p:txBody>
          <a:bodyPr/>
          <a:lstStyle/>
          <a:p>
            <a:pPr algn="l"/>
            <a:r>
              <a:rPr lang="de-DE" sz="3600" dirty="0">
                <a:solidFill>
                  <a:schemeClr val="bg1"/>
                </a:solidFill>
                <a:ea typeface="Helvetica Neue Condensed Black" panose="02000503000000020004" pitchFamily="2" charset="0"/>
              </a:rPr>
              <a:t>Abschnitt 5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8A158F24-9509-7E4B-B9F6-93B65617B4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528" y="3536345"/>
            <a:ext cx="3888432" cy="2347773"/>
          </a:xfrm>
        </p:spPr>
        <p:txBody>
          <a:bodyPr>
            <a:normAutofit/>
          </a:bodyPr>
          <a:lstStyle/>
          <a:p>
            <a:pPr algn="l"/>
            <a:r>
              <a:rPr lang="de-AT" sz="2400" dirty="0">
                <a:solidFill>
                  <a:schemeClr val="bg1"/>
                </a:solidFill>
              </a:rPr>
              <a:t>Völlig losgelöst von der Erde</a:t>
            </a:r>
            <a:br>
              <a:rPr lang="de-AT" sz="2400" dirty="0">
                <a:solidFill>
                  <a:schemeClr val="bg1"/>
                </a:solidFill>
              </a:rPr>
            </a:br>
            <a:r>
              <a:rPr lang="de-AT" sz="2400" dirty="0">
                <a:solidFill>
                  <a:schemeClr val="bg1"/>
                </a:solidFill>
              </a:rPr>
              <a:t>Schwebt das Raumschiff schwerelos …</a:t>
            </a:r>
          </a:p>
        </p:txBody>
      </p:sp>
    </p:spTree>
    <p:extLst>
      <p:ext uri="{BB962C8B-B14F-4D97-AF65-F5344CB8AC3E}">
        <p14:creationId xmlns:p14="http://schemas.microsoft.com/office/powerpoint/2010/main" val="9281849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544&quot;&gt;&lt;property id=&quot;20148&quot; value=&quot;5&quot;/&gt;&lt;property id=&quot;20300&quot; value=&quot;Folie 3 - &amp;quot;Stefan Zörner&amp;quot;&quot;/&gt;&lt;property id=&quot;20307&quot; value=&quot;300&quot;/&gt;&lt;/object&gt;&lt;object type=&quot;3&quot; unique_id=&quot;10545&quot;&gt;&lt;property id=&quot;20148&quot; value=&quot;5&quot;/&gt;&lt;property id=&quot;20300&quot; value=&quot;Folie 6&quot;/&gt;&lt;property id=&quot;20307&quot; value=&quot;301&quot;/&gt;&lt;/object&gt;&lt;object type=&quot;3&quot; unique_id=&quot;10798&quot;&gt;&lt;property id=&quot;20148&quot; value=&quot;5&quot;/&gt;&lt;property id=&quot;20300&quot; value=&quot;Folie 7&quot;/&gt;&lt;property id=&quot;20307&quot; value=&quot;302&quot;/&gt;&lt;/object&gt;&lt;object type=&quot;3&quot; unique_id=&quot;10799&quot;&gt;&lt;property id=&quot;20148&quot; value=&quot;5&quot;/&gt;&lt;property id=&quot;20300&quot; value=&quot;Folie 8&quot;/&gt;&lt;property id=&quot;20307&quot; value=&quot;303&quot;/&gt;&lt;/object&gt;&lt;object type=&quot;3&quot; unique_id=&quot;11023&quot;&gt;&lt;property id=&quot;20148&quot; value=&quot;5&quot;/&gt;&lt;property id=&quot;20300&quot; value=&quot;Folie 9 - &amp;quot;Aufgabe (Teil 1)&amp;quot;&quot;/&gt;&lt;property id=&quot;20307&quot; value=&quot;305&quot;/&gt;&lt;/object&gt;&lt;object type=&quot;3&quot; unique_id=&quot;11141&quot;&gt;&lt;property id=&quot;20148&quot; value=&quot;5&quot;/&gt;&lt;property id=&quot;20300&quot; value=&quot;Folie 10 - &amp;quot;Aufgabe (Teil 2)&amp;quot;&quot;/&gt;&lt;property id=&quot;20307&quot; value=&quot;306&quot;/&gt;&lt;/object&gt;&lt;object type=&quot;3&quot; unique_id=&quot;11340&quot;&gt;&lt;property id=&quot;20148&quot; value=&quot;5&quot;/&gt;&lt;property id=&quot;20300&quot; value=&quot;Folie 2 - &amp;quot;Verunfallte Softwarearchitektur?&amp;quot;&quot;/&gt;&lt;property id=&quot;20307&quot; value=&quot;307&quot;/&gt;&lt;/object&gt;&lt;object type=&quot;3&quot; unique_id=&quot;11381&quot;&gt;&lt;property id=&quot;20148&quot; value=&quot;5&quot;/&gt;&lt;property id=&quot;20300&quot; value=&quot;Folie 11 - &amp;quot;Malariamücke vs. Schwertwal?&amp;quot;&quot;/&gt;&lt;property id=&quot;20307&quot; value=&quot;308&quot;/&gt;&lt;/object&gt;&lt;object type=&quot;3&quot; unique_id=&quot;12270&quot;&gt;&lt;property id=&quot;20148&quot; value=&quot;5&quot;/&gt;&lt;property id=&quot;20300&quot; value=&quot;Folie 14 - &amp;quot;Was ist Softwarearchitektur?&amp;quot;&quot;/&gt;&lt;property id=&quot;20307&quot; value=&quot;320&quot;/&gt;&lt;/object&gt;&lt;object type=&quot;3&quot; unique_id=&quot;12271&quot;&gt;&lt;property id=&quot;20148&quot; value=&quot;5&quot;/&gt;&lt;property id=&quot;20300&quot; value=&quot;Folie 18 - &amp;quot;Was ist gute Softwarearchitektur?&amp;quot;&quot;/&gt;&lt;property id=&quot;20307&quot; value=&quot;321&quot;/&gt;&lt;/object&gt;&lt;object type=&quot;3&quot; unique_id=&quot;12272&quot;&gt;&lt;property id=&quot;20148&quot; value=&quot;5&quot;/&gt;&lt;property id=&quot;20300&quot; value=&quot;Folie 17 - &amp;quot;„Verunfallte“ Softwarearchitektur?&amp;quot;&quot;/&gt;&lt;property id=&quot;20307&quot; value=&quot;322&quot;/&gt;&lt;/object&gt;&lt;object type=&quot;3&quot; unique_id=&quot;12504&quot;&gt;&lt;property id=&quot;20148&quot; value=&quot;5&quot;/&gt;&lt;property id=&quot;20300&quot; value=&quot;Folie 13&quot;/&gt;&lt;property id=&quot;20307&quot; value=&quot;323&quot;/&gt;&lt;/object&gt;&lt;object type=&quot;3&quot; unique_id=&quot;12505&quot;&gt;&lt;property id=&quot;20148&quot; value=&quot;5&quot;/&gt;&lt;property id=&quot;20300&quot; value=&quot;Folie 21&quot;/&gt;&lt;property id=&quot;20307&quot; value=&quot;324&quot;/&gt;&lt;/object&gt;&lt;object type=&quot;3&quot; unique_id=&quot;12650&quot;&gt;&lt;property id=&quot;20148&quot; value=&quot;5&quot;/&gt;&lt;property id=&quot;20300&quot; value=&quot;Folie 34&quot;/&gt;&lt;property id=&quot;20307&quot; value=&quot;326&quot;/&gt;&lt;/object&gt;&lt;object type=&quot;3&quot; unique_id=&quot;12726&quot;&gt;&lt;property id=&quot;20148&quot; value=&quot;5&quot;/&gt;&lt;property id=&quot;20300&quot; value=&quot;Folie 38 - &amp;quot;Wann eine Entscheidung treffen?&amp;quot;&quot;/&gt;&lt;property id=&quot;20307&quot; value=&quot;327&quot;/&gt;&lt;/object&gt;&lt;object type=&quot;3&quot; unique_id=&quot;12935&quot;&gt;&lt;property id=&quot;20148&quot; value=&quot;5&quot;/&gt;&lt;property id=&quot;20300&quot; value=&quot;Folie 41&quot;/&gt;&lt;property id=&quot;20307&quot; value=&quot;328&quot;/&gt;&lt;/object&gt;&lt;object type=&quot;3&quot; unique_id=&quot;12936&quot;&gt;&lt;property id=&quot;20148&quot; value=&quot;5&quot;/&gt;&lt;property id=&quot;20300&quot; value=&quot;Folie 44 - &amp;quot;Beispiel&amp;quot;&quot;/&gt;&lt;property id=&quot;20307&quot; value=&quot;329&quot;/&gt;&lt;/object&gt;&lt;object type=&quot;3&quot; unique_id=&quot;12937&quot;&gt;&lt;property id=&quot;20148&quot; value=&quot;5&quot;/&gt;&lt;property id=&quot;20300&quot; value=&quot;Folie 50&quot;/&gt;&lt;property id=&quot;20307&quot; value=&quot;330&quot;/&gt;&lt;/object&gt;&lt;object type=&quot;3&quot; unique_id=&quot;12938&quot;&gt;&lt;property id=&quot;20148&quot; value=&quot;5&quot;/&gt;&lt;property id=&quot;20300&quot; value=&quot;Folie 57 - &amp;quot;Stufen der Softwarearchitektur&amp;quot;&quot;/&gt;&lt;property id=&quot;20307&quot; value=&quot;331&quot;/&gt;&lt;/object&gt;&lt;object type=&quot;3&quot; unique_id=&quot;12939&quot;&gt;&lt;property id=&quot;20148&quot; value=&quot;5&quot;/&gt;&lt;property id=&quot;20300&quot; value=&quot;Folie 58&quot;/&gt;&lt;property id=&quot;20307&quot; value=&quot;332&quot;/&gt;&lt;/object&gt;&lt;object type=&quot;3&quot; unique_id=&quot;13734&quot;&gt;&lt;property id=&quot;20148&quot; value=&quot;5&quot;/&gt;&lt;property id=&quot;20300&quot; value=&quot;Folie 12 - &amp;quot;Äpfel mit Birnen vergleichen?&amp;quot;&quot;/&gt;&lt;property id=&quot;20307&quot; value=&quot;336&quot;/&gt;&lt;/object&gt;&lt;object type=&quot;3&quot; unique_id=&quot;13983&quot;&gt;&lt;property id=&quot;20148&quot; value=&quot;5&quot;/&gt;&lt;property id=&quot;20300&quot; value=&quot;Folie 15 - &amp;quot;Expertenmeinungen&amp;quot;&quot;/&gt;&lt;property id=&quot;20307&quot; value=&quot;337&quot;/&gt;&lt;/object&gt;&lt;object type=&quot;3&quot; unique_id=&quot;13984&quot;&gt;&lt;property id=&quot;20148&quot; value=&quot;5&quot;/&gt;&lt;property id=&quot;20300&quot; value=&quot;Folie 16 - &amp;quot;Auf den Punkt gebracht …&amp;quot;&quot;/&gt;&lt;property id=&quot;20307&quot; value=&quot;338&quot;/&gt;&lt;/object&gt;&lt;object type=&quot;3&quot; unique_id=&quot;14433&quot;&gt;&lt;property id=&quot;20148&quot; value=&quot;5&quot;/&gt;&lt;property id=&quot;20300&quot; value=&quot;Folie 19 - &amp;quot;Was ist Architekturbewertung?&amp;quot;&quot;/&gt;&lt;property id=&quot;20307&quot; value=&quot;341&quot;/&gt;&lt;/object&gt;&lt;object type=&quot;3&quot; unique_id=&quot;15082&quot;&gt;&lt;property id=&quot;20148&quot; value=&quot;5&quot;/&gt;&lt;property id=&quot;20300&quot; value=&quot;Folie 39 - &amp;quot;Lese-Tipp&amp;quot;&quot;/&gt;&lt;property id=&quot;20307&quot; value=&quot;342&quot;/&gt;&lt;/object&gt;&lt;object type=&quot;3&quot; unique_id=&quot;15719&quot;&gt;&lt;property id=&quot;20148&quot; value=&quot;5&quot;/&gt;&lt;property id=&quot;20300&quot; value=&quot;Folie 22 - &amp;quot;Beispiel: Ein Schach-Programm&amp;quot;&quot;/&gt;&lt;property id=&quot;20307&quot; value=&quot;344&quot;/&gt;&lt;/object&gt;&lt;object type=&quot;3&quot; unique_id=&quot;15720&quot;&gt;&lt;property id=&quot;20148&quot; value=&quot;5&quot;/&gt;&lt;property id=&quot;20300&quot; value=&quot;Folie 23 - &amp;quot;Konkrete Fragestellung&amp;quot;&quot;/&gt;&lt;property id=&quot;20307&quot; value=&quot;345&quot;/&gt;&lt;/object&gt;&lt;object type=&quot;3&quot; unique_id=&quot;15721&quot;&gt;&lt;property id=&quot;20148&quot; value=&quot;5&quot;/&gt;&lt;property id=&quot;20300&quot; value=&quot;Folie 24 - &amp;quot;Option 1: 2-dimensionales Array&amp;quot;&quot;/&gt;&lt;property id=&quot;20307&quot; value=&quot;346&quot;/&gt;&lt;/object&gt;&lt;object type=&quot;3&quot; unique_id=&quot;15722&quot;&gt;&lt;property id=&quot;20148&quot; value=&quot;5&quot;/&gt;&lt;property id=&quot;20300&quot; value=&quot;Folie 25 - &amp;quot;Option 2: Bitfelder &amp;quot;&quot;/&gt;&lt;property id=&quot;20307&quot; value=&quot;347&quot;/&gt;&lt;/object&gt;&lt;object type=&quot;3&quot; unique_id=&quot;16983&quot;&gt;&lt;property id=&quot;20148&quot; value=&quot;5&quot;/&gt;&lt;property id=&quot;20300&quot; value=&quot;Folie 28&quot;/&gt;&lt;property id=&quot;20307&quot; value=&quot;348&quot;/&gt;&lt;/object&gt;&lt;object type=&quot;3&quot; unique_id=&quot;16984&quot;&gt;&lt;property id=&quot;20148&quot; value=&quot;5&quot;/&gt;&lt;property id=&quot;20300&quot; value=&quot;Folie 29 - &amp;quot;Qualitätsziele&amp;quot;&quot;/&gt;&lt;property id=&quot;20307&quot; value=&quot;349&quot;/&gt;&lt;/object&gt;&lt;object type=&quot;3&quot; unique_id=&quot;18628&quot;&gt;&lt;property id=&quot;20148&quot; value=&quot;5&quot;/&gt;&lt;property id=&quot;20300&quot; value=&quot;Folie 31 - &amp;quot;Konkretisierung durch Szenarien&amp;quot;&quot;/&gt;&lt;property id=&quot;20307&quot; value=&quot;353&quot;/&gt;&lt;/object&gt;&lt;object type=&quot;3&quot; unique_id=&quot;18629&quot;&gt;&lt;property id=&quot;20148&quot; value=&quot;5&quot;/&gt;&lt;property id=&quot;20300&quot; value=&quot;Folie 33 - &amp;quot;Bezug zu Architekturbewertung&amp;quot;&quot;/&gt;&lt;property id=&quot;20307&quot; value=&quot;354&quot;/&gt;&lt;/object&gt;&lt;object type=&quot;3&quot; unique_id=&quot;18826&quot;&gt;&lt;property id=&quot;20148&quot; value=&quot;5&quot;/&gt;&lt;property id=&quot;20300&quot; value=&quot;Folie 26 - &amp;quot;Qualitätsmerkmale ausbalancieren&amp;quot;&quot;/&gt;&lt;property id=&quot;20307&quot; value=&quot;355&quot;/&gt;&lt;/object&gt;&lt;object type=&quot;3&quot; unique_id=&quot;18827&quot;&gt;&lt;property id=&quot;20148&quot; value=&quot;5&quot;/&gt;&lt;property id=&quot;20300&quot; value=&quot;Folie 27 - &amp;quot;Expertenmeinung&amp;quot;&quot;/&gt;&lt;property id=&quot;20307&quot; value=&quot;356&quot;/&gt;&lt;/object&gt;&lt;object type=&quot;3&quot; unique_id=&quot;19083&quot;&gt;&lt;property id=&quot;20148&quot; value=&quot;5&quot;/&gt;&lt;property id=&quot;20300&quot; value=&quot;Folie 62 - &amp;quot;Drei Dinge&amp;quot;&quot;/&gt;&lt;property id=&quot;20307&quot; value=&quot;357&quot;/&gt;&lt;/object&gt;&lt;object type=&quot;3&quot; unique_id=&quot;19654&quot;&gt;&lt;property id=&quot;20148&quot; value=&quot;5&quot;/&gt;&lt;property id=&quot;20300&quot; value=&quot;Folie 37 - &amp;quot;Protokolle für Schachprogramme&amp;quot;&quot;/&gt;&lt;property id=&quot;20307&quot; value=&quot;358&quot;/&gt;&lt;/object&gt;&lt;object type=&quot;3&quot; unique_id=&quot;20344&quot;&gt;&lt;property id=&quot;20148&quot; value=&quot;5&quot;/&gt;&lt;property id=&quot;20300&quot; value=&quot;Folie 52 - &amp;quot;Drei Dinge&amp;quot;&quot;/&gt;&lt;property id=&quot;20307&quot; value=&quot;361&quot;/&gt;&lt;/object&gt;&lt;object type=&quot;3&quot; unique_id=&quot;20345&quot;&gt;&lt;property id=&quot;20148&quot; value=&quot;5&quot;/&gt;&lt;property id=&quot;20300&quot; value=&quot;Folie 53 - &amp;quot;Stufen der Softwarearchitektur&amp;quot;&quot;/&gt;&lt;property id=&quot;20307&quot; value=&quot;362&quot;/&gt;&lt;/object&gt;&lt;object type=&quot;3&quot; unique_id=&quot;20626&quot;&gt;&lt;property id=&quot;20148&quot; value=&quot;5&quot;/&gt;&lt;property id=&quot;20300&quot; value=&quot;Folie 54 - &amp;quot;Kommunikation&amp;quot;&quot;/&gt;&lt;property id=&quot;20307&quot; value=&quot;363&quot;/&gt;&lt;/object&gt;&lt;object type=&quot;3&quot; unique_id=&quot;20627&quot;&gt;&lt;property id=&quot;20148&quot; value=&quot;5&quot;/&gt;&lt;property id=&quot;20300&quot; value=&quot;Folie 55 - &amp;quot;Struktur&amp;quot;&quot;/&gt;&lt;property id=&quot;20307&quot; value=&quot;364&quot;/&gt;&lt;/object&gt;&lt;object type=&quot;3&quot; unique_id=&quot;20628&quot;&gt;&lt;property id=&quot;20148&quot; value=&quot;5&quot;/&gt;&lt;property id=&quot;20300&quot; value=&quot;Folie 56 - &amp;quot;Übergreifende Konzepte&amp;quot;&quot;/&gt;&lt;property id=&quot;20307&quot; value=&quot;365&quot;/&gt;&lt;/object&gt;&lt;object type=&quot;3&quot; unique_id=&quot;21455&quot;&gt;&lt;property id=&quot;20148&quot; value=&quot;5&quot;/&gt;&lt;property id=&quot;20300&quot; value=&quot;Folie 60 - &amp;quot;Äpfel mit Birnen vergleichen?&amp;quot;&quot;/&gt;&lt;property id=&quot;20307&quot; value=&quot;366&quot;/&gt;&lt;/object&gt;&lt;object type=&quot;3&quot; unique_id=&quot;21456&quot;&gt;&lt;property id=&quot;20148&quot; value=&quot;5&quot;/&gt;&lt;property id=&quot;20300&quot; value=&quot;Folie 61 - &amp;quot;Fazit&amp;quot;&quot;/&gt;&lt;property id=&quot;20307&quot; value=&quot;367&quot;/&gt;&lt;/object&gt;&lt;object type=&quot;3&quot; unique_id=&quot;21762&quot;&gt;&lt;property id=&quot;20148&quot; value=&quot;5&quot;/&gt;&lt;property id=&quot;20300&quot; value=&quot;Folie 63 - &amp;quot;„The Accidental Architecture“&amp;quot;&quot;/&gt;&lt;property id=&quot;20307&quot; value=&quot;368&quot;/&gt;&lt;/object&gt;&lt;object type=&quot;3&quot; unique_id=&quot;21949&quot;&gt;&lt;property id=&quot;20148&quot; value=&quot;5&quot;/&gt;&lt;property id=&quot;20300&quot; value=&quot;Folie 64 - &amp;quot;Softwarearchitekturen dokumentieren und kommunizieren&amp;quot;&quot;/&gt;&lt;property id=&quot;20307&quot; value=&quot;369&quot;/&gt;&lt;/object&gt;&lt;object type=&quot;3&quot; unique_id=&quot;22957&quot;&gt;&lt;property id=&quot;20148&quot; value=&quot;5&quot;/&gt;&lt;property id=&quot;20300&quot; value=&quot;Folie 49 - &amp;quot;Expertenmeinungen&amp;quot;&quot;/&gt;&lt;property id=&quot;20307&quot; value=&quot;371&quot;/&gt;&lt;/object&gt;&lt;object type=&quot;3&quot; unique_id=&quot;23788&quot;&gt;&lt;property id=&quot;20148&quot; value=&quot;5&quot;/&gt;&lt;property id=&quot;20300&quot; value=&quot;Folie 59 - &amp;quot;Äpfel mit Birnen vergleichen?&amp;quot;&quot;/&gt;&lt;property id=&quot;20307&quot; value=&quot;372&quot;/&gt;&lt;/object&gt;&lt;object type=&quot;3&quot; unique_id=&quot;24295&quot;&gt;&lt;property id=&quot;20148&quot; value=&quot;5&quot;/&gt;&lt;property id=&quot;20300&quot; value=&quot;Folie 65&quot;/&gt;&lt;property id=&quot;20307&quot; value=&quot;373&quot;/&gt;&lt;/object&gt;&lt;object type=&quot;3&quot; unique_id=&quot;24560&quot;&gt;&lt;property id=&quot;20148&quot; value=&quot;5&quot;/&gt;&lt;property id=&quot;20300&quot; value=&quot;Folie 66 - &amp;quot;Blog-Serie bei Hanser Update&amp;quot;&quot;/&gt;&lt;property id=&quot;20307&quot; value=&quot;376&quot;/&gt;&lt;/object&gt;&lt;object type=&quot;3&quot; unique_id=&quot;25223&quot;&gt;&lt;property id=&quot;20148&quot; value=&quot;5&quot;/&gt;&lt;property id=&quot;20300&quot; value=&quot;Folie 30 - &amp;quot;Beispiel: Qualitätsziele DokChess&amp;quot;&quot;/&gt;&lt;property id=&quot;20307&quot; value=&quot;378&quot;/&gt;&lt;/object&gt;&lt;object type=&quot;3&quot; unique_id=&quot;27089&quot;&gt;&lt;property id=&quot;20148&quot; value=&quot;5&quot;/&gt;&lt;property id=&quot;20300&quot; value=&quot;Folie 36 - &amp;quot;Systemkontext&amp;quot;&quot;/&gt;&lt;property id=&quot;20307&quot; value=&quot;381&quot;/&gt;&lt;/object&gt;&lt;object type=&quot;3&quot; unique_id=&quot;28520&quot;&gt;&lt;property id=&quot;20148&quot; value=&quot;5&quot;/&gt;&lt;property id=&quot;20300&quot; value=&quot;Folie 43 - &amp;quot;Was ist Umsetzungsüberprüfung?&amp;quot;&quot;/&gt;&lt;property id=&quot;20307&quot; value=&quot;382&quot;/&gt;&lt;/object&gt;&lt;object type=&quot;3&quot; unique_id=&quot;28881&quot;&gt;&lt;property id=&quot;20148&quot; value=&quot;5&quot;/&gt;&lt;property id=&quot;20300&quot; value=&quot;Folie 46 - &amp;quot;Beispieltool: Sonargraph&amp;quot;&quot;/&gt;&lt;property id=&quot;20307&quot; value=&quot;383&quot;/&gt;&lt;/object&gt;&lt;object type=&quot;3&quot; unique_id=&quot;29174&quot;&gt;&lt;property id=&quot;20148&quot; value=&quot;5&quot;/&gt;&lt;property id=&quot;20300&quot; value=&quot;Folie 47 - &amp;quot;Logische Architektur definieren&amp;quot;&quot;/&gt;&lt;property id=&quot;20307&quot; value=&quot;384&quot;/&gt;&lt;/object&gt;&lt;object type=&quot;3&quot; unique_id=&quot;29175&quot;&gt;&lt;property id=&quot;20148&quot; value=&quot;5&quot;/&gt;&lt;property id=&quot;20300&quot; value=&quot;Folie 48 - &amp;quot;„Verstöße“ aufdecken&amp;quot;&quot;/&gt;&lt;property id=&quot;20307&quot; value=&quot;385&quot;/&gt;&lt;/object&gt;&lt;object type=&quot;3&quot; unique_id=&quot;29401&quot;&gt;&lt;property id=&quot;20148&quot; value=&quot;5&quot;/&gt;&lt;property id=&quot;20300&quot; value=&quot;Folie 45 - &amp;quot;Spannende Fragen …&amp;quot;&quot;/&gt;&lt;property id=&quot;20307&quot; value=&quot;386&quot;/&gt;&lt;/object&gt;&lt;object type=&quot;3&quot; unique_id=&quot;30086&quot;&gt;&lt;property id=&quot;20148&quot; value=&quot;5&quot;/&gt;&lt;property id=&quot;20300&quot; value=&quot;Folie 5&quot;/&gt;&lt;property id=&quot;20307&quot; value=&quot;387&quot;/&gt;&lt;/object&gt;&lt;object type=&quot;3&quot; unique_id=&quot;30620&quot;&gt;&lt;property id=&quot;20148&quot; value=&quot;5&quot;/&gt;&lt;property id=&quot;20300&quot; value=&quot;Folie 4&quot;/&gt;&lt;property id=&quot;20307&quot; value=&quot;388&quot;/&gt;&lt;/object&gt;&lt;object type=&quot;3&quot; unique_id=&quot;32589&quot;&gt;&lt;property id=&quot;20148&quot; value=&quot;5&quot;/&gt;&lt;property id=&quot;20300&quot; value=&quot;Folie 40 - &amp;quot;Entscheidungen festhalten&amp;quot;&quot;/&gt;&lt;property id=&quot;20307&quot; value=&quot;389&quot;/&gt;&lt;/object&gt;&lt;object type=&quot;3&quot; unique_id=&quot;32894&quot;&gt;&lt;property id=&quot;20148&quot; value=&quot;5&quot;/&gt;&lt;property id=&quot;20300&quot; value=&quot;Folie 42 - &amp;quot;Was ist Architekturbewertung?&amp;quot;&quot;/&gt;&lt;property id=&quot;20307&quot; value=&quot;390&quot;/&gt;&lt;/object&gt;&lt;object type=&quot;3&quot; unique_id=&quot;33280&quot;&gt;&lt;property id=&quot;20148&quot; value=&quot;5&quot;/&gt;&lt;property id=&quot;20300&quot; value=&quot;Folie 1&quot;/&gt;&lt;property id=&quot;20307&quot; value=&quot;391&quot;/&gt;&lt;/object&gt;&lt;object type=&quot;3&quot; unique_id=&quot;33583&quot;&gt;&lt;property id=&quot;20148&quot; value=&quot;5&quot;/&gt;&lt;property id=&quot;20300&quot; value=&quot;Folie 67&quot;/&gt;&lt;property id=&quot;20307&quot; value=&quot;392&quot;/&gt;&lt;/object&gt;&lt;object type=&quot;3&quot; unique_id=&quot;34355&quot;&gt;&lt;property id=&quot;20148&quot; value=&quot;5&quot;/&gt;&lt;property id=&quot;20300&quot; value=&quot;Folie 51&quot;/&gt;&lt;property id=&quot;20307&quot; value=&quot;393&quot;/&gt;&lt;/object&gt;&lt;object type=&quot;3&quot; unique_id=&quot;34492&quot;&gt;&lt;property id=&quot;20148&quot; value=&quot;5&quot;/&gt;&lt;property id=&quot;20300&quot; value=&quot;Folie 20 - &amp;quot;Was ist Architekturbewertung?&amp;quot;&quot;/&gt;&lt;property id=&quot;20307&quot; value=&quot;394&quot;/&gt;&lt;/object&gt;&lt;object type=&quot;3&quot; unique_id=&quot;34769&quot;&gt;&lt;property id=&quot;20148&quot; value=&quot;5&quot;/&gt;&lt;property id=&quot;20300&quot; value=&quot;Folie 32 - &amp;quot;Konkretisierung durch Szenarien&amp;quot;&quot;/&gt;&lt;property id=&quot;20307&quot; value=&quot;395&quot;/&gt;&lt;/object&gt;&lt;object type=&quot;3&quot; unique_id=&quot;35322&quot;&gt;&lt;property id=&quot;20148&quot; value=&quot;5&quot;/&gt;&lt;property id=&quot;20300&quot; value=&quot;Folie 35 - &amp;quot;Beispiel: Ein Schach-Programm&amp;quot;&quot;/&gt;&lt;property id=&quot;20307&quot; value=&quot;396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Benutzerdefiniertes Design">
  <a:themeElements>
    <a:clrScheme name="embarc 2023">
      <a:dk1>
        <a:srgbClr val="000000"/>
      </a:dk1>
      <a:lt1>
        <a:srgbClr val="FFFFFF"/>
      </a:lt1>
      <a:dk2>
        <a:srgbClr val="E17A7C"/>
      </a:dk2>
      <a:lt2>
        <a:srgbClr val="83CBF0"/>
      </a:lt2>
      <a:accent1>
        <a:srgbClr val="EB3C44"/>
      </a:accent1>
      <a:accent2>
        <a:srgbClr val="46AFE2"/>
      </a:accent2>
      <a:accent3>
        <a:srgbClr val="F7DD49"/>
      </a:accent3>
      <a:accent4>
        <a:srgbClr val="B6D8D5"/>
      </a:accent4>
      <a:accent5>
        <a:srgbClr val="EDAFAD"/>
      </a:accent5>
      <a:accent6>
        <a:srgbClr val="F8EAAE"/>
      </a:accent6>
      <a:hlink>
        <a:srgbClr val="5C5F98"/>
      </a:hlink>
      <a:folHlink>
        <a:srgbClr val="969696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</Words>
  <Application>Microsoft Macintosh PowerPoint</Application>
  <PresentationFormat>Bildschirmpräsentation (16:9)</PresentationFormat>
  <Paragraphs>33</Paragraphs>
  <Slides>6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8" baseType="lpstr">
      <vt:lpstr>Arial</vt:lpstr>
      <vt:lpstr>Calibri</vt:lpstr>
      <vt:lpstr>Corbel</vt:lpstr>
      <vt:lpstr>Fira Sans Light</vt:lpstr>
      <vt:lpstr>Fira Sans Medium</vt:lpstr>
      <vt:lpstr>Helvetica Neue Condensed Black</vt:lpstr>
      <vt:lpstr>Neo Sans Std</vt:lpstr>
      <vt:lpstr>Rajdhani</vt:lpstr>
      <vt:lpstr>Rajdhani Medium</vt:lpstr>
      <vt:lpstr>Rajdhani SemiBold</vt:lpstr>
      <vt:lpstr>Wingdings</vt:lpstr>
      <vt:lpstr>Benutzerdefiniertes Design</vt:lpstr>
      <vt:lpstr>Agenda</vt:lpstr>
      <vt:lpstr>PowerPoint-Präsentation</vt:lpstr>
      <vt:lpstr>Abschnitt 2</vt:lpstr>
      <vt:lpstr>Abschnitt 3</vt:lpstr>
      <vt:lpstr>Abschnitt 4</vt:lpstr>
      <vt:lpstr>Abschnitt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Stefan Toth</dc:creator>
  <cp:lastModifiedBy>Stefan Zörner</cp:lastModifiedBy>
  <cp:revision>33</cp:revision>
  <dcterms:created xsi:type="dcterms:W3CDTF">2023-04-26T09:40:20Z</dcterms:created>
  <dcterms:modified xsi:type="dcterms:W3CDTF">2024-04-28T13:00:36Z</dcterms:modified>
</cp:coreProperties>
</file>