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3"/>
  </p:notesMasterIdLst>
  <p:handoutMasterIdLst>
    <p:handoutMasterId r:id="rId4"/>
  </p:handoutMasterIdLst>
  <p:sldIdLst>
    <p:sldId id="1714" r:id="rId2"/>
  </p:sldIdLst>
  <p:sldSz cx="9144000" cy="5143500" type="screen16x9"/>
  <p:notesSz cx="6797675" cy="9926638"/>
  <p:custDataLst>
    <p:tags r:id="rId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5" autoAdjust="0"/>
    <p:restoredTop sz="89063" autoAdjust="0"/>
  </p:normalViewPr>
  <p:slideViewPr>
    <p:cSldViewPr>
      <p:cViewPr varScale="1">
        <p:scale>
          <a:sx n="130" d="100"/>
          <a:sy n="130" d="100"/>
        </p:scale>
        <p:origin x="164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01.05.24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Eine große Abbildung mit Überschrift (Informelles Überblicksbild)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272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Diagramm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B7AE1-D0AF-66C1-A325-FF7706C4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8784976" cy="720080"/>
          </a:xfrm>
        </p:spPr>
        <p:txBody>
          <a:bodyPr>
            <a:normAutofit/>
          </a:bodyPr>
          <a:lstStyle/>
          <a:p>
            <a:r>
              <a:rPr lang="de-DE" dirty="0"/>
              <a:t>Informelles Überblicksbild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5497A23-4AAE-5CCC-66EB-AD1C3E3E4062}"/>
              </a:ext>
            </a:extLst>
          </p:cNvPr>
          <p:cNvSpPr txBox="1"/>
          <p:nvPr/>
        </p:nvSpPr>
        <p:spPr>
          <a:xfrm>
            <a:off x="6300192" y="313482"/>
            <a:ext cx="26984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500" dirty="0">
                <a:latin typeface="Rajdhani Medium" panose="02000000000000000000" pitchFamily="2" charset="77"/>
                <a:ea typeface="Roboto Cn" pitchFamily="2" charset="0"/>
                <a:cs typeface="Rajdhani Medium" panose="02000000000000000000" pitchFamily="2" charset="77"/>
              </a:rPr>
              <a:t>Das Zusammenspiel von Clients und Backend bei privater Nutzung von Threema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FD5D44-5BAE-9F9C-B220-2F5EDF663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414" y="1126097"/>
            <a:ext cx="8555935" cy="395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165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Macintosh PowerPoint</Application>
  <PresentationFormat>Bildschirmpräsentation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12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Informelles Überblicksbild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30</cp:revision>
  <dcterms:created xsi:type="dcterms:W3CDTF">2023-04-26T09:40:20Z</dcterms:created>
  <dcterms:modified xsi:type="dcterms:W3CDTF">2024-05-01T16:07:43Z</dcterms:modified>
</cp:coreProperties>
</file>