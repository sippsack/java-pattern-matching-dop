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6"/>
  </p:notesMasterIdLst>
  <p:handoutMasterIdLst>
    <p:handoutMasterId r:id="rId7"/>
  </p:handoutMasterIdLst>
  <p:sldIdLst>
    <p:sldId id="1764" r:id="rId2"/>
    <p:sldId id="1765" r:id="rId3"/>
    <p:sldId id="1766" r:id="rId4"/>
    <p:sldId id="1767" r:id="rId5"/>
  </p:sldIdLst>
  <p:sldSz cx="9144000" cy="5143500" type="screen16x9"/>
  <p:notesSz cx="6797675" cy="9926638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2" autoAdjust="0"/>
    <p:restoredTop sz="84119" autoAdjust="0"/>
  </p:normalViewPr>
  <p:slideViewPr>
    <p:cSldViewPr>
      <p:cViewPr varScale="1">
        <p:scale>
          <a:sx n="122" d="100"/>
          <a:sy n="122" d="100"/>
        </p:scale>
        <p:origin x="1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03.05.24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Quelle: /Tresors/Corporate Identity - embarc/Icons (Grafiker </a:t>
            </a:r>
            <a:r>
              <a:rPr lang="de-DE" dirty="0" err="1"/>
              <a:t>Frank,Lisa</a:t>
            </a:r>
            <a:r>
              <a:rPr lang="de-DE" dirty="0"/>
              <a:t>,...)/</a:t>
            </a:r>
            <a:r>
              <a:rPr lang="de-DE" dirty="0" err="1"/>
              <a:t>Attribute_Kultur_Frank</a:t>
            </a:r>
            <a:r>
              <a:rPr lang="de-DE" dirty="0"/>
              <a:t>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1: </a:t>
            </a:r>
            <a:r>
              <a:rPr lang="de-DE" dirty="0" err="1"/>
              <a:t>Attribute.tif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2: Attribute_2.tif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726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Quelle: /Tresors/Corporate Identity - embarc/Icons (Grafiker </a:t>
            </a:r>
            <a:r>
              <a:rPr lang="de-DE" dirty="0" err="1"/>
              <a:t>Frank,Lisa</a:t>
            </a:r>
            <a:r>
              <a:rPr lang="de-DE" dirty="0"/>
              <a:t>,...)/</a:t>
            </a:r>
            <a:r>
              <a:rPr lang="de-DE" dirty="0" err="1"/>
              <a:t>Attribute_Kultur_Frank</a:t>
            </a:r>
            <a:r>
              <a:rPr lang="de-DE" dirty="0"/>
              <a:t>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1: Attribute_3.tif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2: Attribute_4.tif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466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Quelle: /Tresors/Corporate Identity - embarc/Icons (Grafiker </a:t>
            </a:r>
            <a:r>
              <a:rPr lang="de-DE" dirty="0" err="1"/>
              <a:t>Frank,Lisa</a:t>
            </a:r>
            <a:r>
              <a:rPr lang="de-DE" dirty="0"/>
              <a:t>,...)/</a:t>
            </a:r>
            <a:r>
              <a:rPr lang="de-DE" dirty="0" err="1"/>
              <a:t>Attribute_Kultur_Frank</a:t>
            </a:r>
            <a:r>
              <a:rPr lang="de-DE" dirty="0"/>
              <a:t>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1: Attribute_5.tif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2: Attribute_6.tif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754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Quelle: /Tresors/Corporate Identity - embarc/Icons (Grafiker </a:t>
            </a:r>
            <a:r>
              <a:rPr lang="de-DE" dirty="0" err="1"/>
              <a:t>Frank,Lisa</a:t>
            </a:r>
            <a:r>
              <a:rPr lang="de-DE" dirty="0"/>
              <a:t>,...)/</a:t>
            </a:r>
            <a:r>
              <a:rPr lang="de-DE" dirty="0" err="1"/>
              <a:t>Attribute_Kultur_Frank</a:t>
            </a:r>
            <a:r>
              <a:rPr lang="de-DE" dirty="0"/>
              <a:t>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Zeile 1: Attribute_7.tif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86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E141D-7589-C69C-8275-13862F91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Attribute Kultur (1, 2)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73E4EE9-1CAC-C146-7DB3-F946A13B1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764" y="1116042"/>
            <a:ext cx="1944216" cy="185089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21F5E46-B2D2-7EDC-50E7-CC591A9BC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407" y="1188307"/>
            <a:ext cx="1944216" cy="182756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5C6560-76C8-D2A4-4752-7CD97DBEB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121" y="1188307"/>
            <a:ext cx="2396579" cy="1706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CC8EFC-229D-CE83-9275-2C86FF8A9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208" y="3097121"/>
            <a:ext cx="2080404" cy="18508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A73752A-5A47-CDAF-8529-7D3550ABE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8698" y="3159582"/>
            <a:ext cx="2312852" cy="183559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3E09287-896F-C89C-C4BF-C87326B50F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920" y="2903623"/>
            <a:ext cx="2083190" cy="209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6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E141D-7589-C69C-8275-13862F91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Attribute Kultur (3, 4)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DD01F88-86DE-B812-A3EE-EE5400CB8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52" y="1135847"/>
            <a:ext cx="1659507" cy="181168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33AC8C7-262F-5233-3AB5-402734118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238" y="1223432"/>
            <a:ext cx="1803524" cy="162317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0E4F542-E019-112A-D410-BA6BF00B9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623" y="806578"/>
            <a:ext cx="1803524" cy="201286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B1A4294-EB2B-F16C-AF14-BFF6ECA36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947" y="2886350"/>
            <a:ext cx="2156877" cy="201954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8C3CE71-B50C-CE91-CE2E-0CDEEBDDF2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234" y="3144535"/>
            <a:ext cx="1659508" cy="163959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02074B5-C6AC-E75D-6B6C-CC55B508A5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7550" y="2954558"/>
            <a:ext cx="1979157" cy="201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0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E141D-7589-C69C-8275-13862F91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Attribute Kultur (5, 6)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7E3D0F6-3DCB-BC8D-4567-7D7B34AD0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6" y="1098550"/>
            <a:ext cx="1850221" cy="171700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0E3669F-B716-B251-1D02-EF52EE6C0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28" y="1363884"/>
            <a:ext cx="2206541" cy="145167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624EE0A-4F57-5A6F-F6C0-98755D25D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1098550"/>
            <a:ext cx="2536552" cy="201954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0B38234-B225-45DA-9306-93FA2B15477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8954" y="3383700"/>
            <a:ext cx="1271949" cy="159756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D58643D-A5FA-D113-6E6D-F1F147A675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951" y="3305116"/>
            <a:ext cx="2198253" cy="159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1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E141D-7589-C69C-8275-13862F91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Attribute Kultur (7)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278E8D1-D881-0BE8-4135-82C2E406D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318394"/>
            <a:ext cx="2655415" cy="250671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46E01E-C186-EDD5-3129-5E1AAF236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10" y="1224347"/>
            <a:ext cx="2967848" cy="269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040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Macintosh PowerPoint</Application>
  <PresentationFormat>Bildschirmpräsentation (16:9)</PresentationFormat>
  <Paragraphs>19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5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Attribute Kultur (1, 2)</vt:lpstr>
      <vt:lpstr>Attribute Kultur (3, 4)</vt:lpstr>
      <vt:lpstr>Attribute Kultur (5, 6)</vt:lpstr>
      <vt:lpstr>Attribute Kultur (7)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36</cp:revision>
  <dcterms:created xsi:type="dcterms:W3CDTF">2023-04-26T09:40:20Z</dcterms:created>
  <dcterms:modified xsi:type="dcterms:W3CDTF">2024-05-03T10:42:30Z</dcterms:modified>
</cp:coreProperties>
</file>