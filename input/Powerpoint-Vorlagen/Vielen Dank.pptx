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4"/>
  </p:notesMasterIdLst>
  <p:handoutMasterIdLst>
    <p:handoutMasterId r:id="rId5"/>
  </p:handoutMasterIdLst>
  <p:sldIdLst>
    <p:sldId id="1943" r:id="rId2"/>
    <p:sldId id="1419" r:id="rId3"/>
  </p:sldIdLst>
  <p:sldSz cx="9144000" cy="5143500" type="screen16x9"/>
  <p:notesSz cx="6797675" cy="9926638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9D1"/>
    <a:srgbClr val="83D5D6"/>
    <a:srgbClr val="B6D8D5"/>
    <a:srgbClr val="83CBF0"/>
    <a:srgbClr val="EDAFAD"/>
    <a:srgbClr val="F8EAAE"/>
    <a:srgbClr val="F7DD49"/>
    <a:srgbClr val="F8D896"/>
    <a:srgbClr val="EDEDED"/>
    <a:srgbClr val="2AA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5" autoAdjust="0"/>
    <p:restoredTop sz="89072" autoAdjust="0"/>
  </p:normalViewPr>
  <p:slideViewPr>
    <p:cSldViewPr>
      <p:cViewPr varScale="1">
        <p:scale>
          <a:sx n="129" d="100"/>
          <a:sy n="129" d="100"/>
        </p:scale>
        <p:origin x="168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160" y="76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54BED6-7E71-8D4E-AF0F-356210A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81" y="-797321"/>
            <a:ext cx="1915967" cy="27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28.04.24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6587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2072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9CFE3BA-6D77-934F-97D9-5259DC9DB7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8763" y="4360355"/>
            <a:ext cx="1535725" cy="5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40368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Fundus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9FD338-C87D-7742-ABE3-889403754C7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BDD91D1B-1D80-5E42-87DB-EB3894EACDB6}"/>
              </a:ext>
            </a:extLst>
          </p:cNvPr>
          <p:cNvSpPr/>
          <p:nvPr/>
        </p:nvSpPr>
        <p:spPr>
          <a:xfrm>
            <a:off x="4932040" y="1815926"/>
            <a:ext cx="4680000" cy="4680000"/>
          </a:xfrm>
          <a:prstGeom prst="ellipse">
            <a:avLst/>
          </a:prstGeom>
          <a:solidFill>
            <a:srgbClr val="98D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FFB5952-B952-6F12-F637-8F75ABFE9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047" y="987574"/>
            <a:ext cx="3758083" cy="417646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12FC1FA-9365-52B7-84D4-CF185D17EE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391" y="4310281"/>
            <a:ext cx="2268264" cy="679700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EF1A86F5-A334-7647-B265-146C28D0E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Vielen Dank.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90FD432B-6C11-424D-AA15-A1951CC64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826" y="2235938"/>
            <a:ext cx="3486993" cy="44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800"/>
              </a:spcBef>
              <a:defRPr/>
            </a:pPr>
            <a:r>
              <a:rPr lang="de-DE" kern="0" noProof="1">
                <a:latin typeface="Rajdhani Medium" panose="02000000000000000000" pitchFamily="2" charset="77"/>
                <a:cs typeface="Rajdhani Medium" panose="02000000000000000000" pitchFamily="2" charset="77"/>
              </a:rPr>
              <a:t>Stefan.Zoerner@embarc.de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DCB882D3-95E3-5D4F-AFF7-D516F5A8F36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391" y="3651870"/>
            <a:ext cx="321451" cy="321451"/>
          </a:xfrm>
          <a:prstGeom prst="rect">
            <a:avLst/>
          </a:prstGeom>
        </p:spPr>
      </p:pic>
      <p:sp>
        <p:nvSpPr>
          <p:cNvPr id="20" name="Rectangle 8">
            <a:extLst>
              <a:ext uri="{FF2B5EF4-FFF2-40B4-BE49-F238E27FC236}">
                <a16:creationId xmlns:a16="http://schemas.microsoft.com/office/drawing/2014/main" id="{D82A5E4E-DC60-4845-9D18-FE32BA5CF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826" y="3159094"/>
            <a:ext cx="3152814" cy="44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800"/>
              </a:spcBef>
              <a:defRPr/>
            </a:pPr>
            <a:r>
              <a:rPr lang="de-DE" kern="0" noProof="1">
                <a:latin typeface="Rajdhani Medium" panose="02000000000000000000" pitchFamily="2" charset="77"/>
                <a:cs typeface="Rajdhani Medium" panose="02000000000000000000" pitchFamily="2" charset="77"/>
              </a:rPr>
              <a:t>@StefanZoerner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91409788-9C63-974B-AB1B-EC899C189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52" y="3620671"/>
            <a:ext cx="3591222" cy="44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800"/>
              </a:spcBef>
              <a:defRPr/>
            </a:pPr>
            <a:r>
              <a:rPr lang="de-DE" kern="0" noProof="1">
                <a:latin typeface="Rajdhani Medium" panose="02000000000000000000" pitchFamily="2" charset="77"/>
                <a:cs typeface="Rajdhani Medium" panose="02000000000000000000" pitchFamily="2" charset="77"/>
              </a:rPr>
              <a:t>@StefanZoerner@mastodon.social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D86F3268-DDA2-C344-8B5B-7AE0DF4C6EA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344" y="2238636"/>
            <a:ext cx="321452" cy="321452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87AD71AE-AC9F-6B49-9B8E-391E0207B188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1959" y="2709715"/>
            <a:ext cx="321451" cy="321451"/>
          </a:xfrm>
          <a:prstGeom prst="rect">
            <a:avLst/>
          </a:prstGeom>
        </p:spPr>
      </p:pic>
      <p:sp>
        <p:nvSpPr>
          <p:cNvPr id="26" name="Rectangle 8">
            <a:extLst>
              <a:ext uri="{FF2B5EF4-FFF2-40B4-BE49-F238E27FC236}">
                <a16:creationId xmlns:a16="http://schemas.microsoft.com/office/drawing/2014/main" id="{A843507E-53DF-274C-A027-33A9F5913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826" y="2697516"/>
            <a:ext cx="3486993" cy="44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800"/>
              </a:spcBef>
              <a:defRPr/>
            </a:pPr>
            <a:r>
              <a:rPr lang="de-DE" kern="0" noProof="1">
                <a:latin typeface="Rajdhani Medium" panose="02000000000000000000" pitchFamily="2" charset="77"/>
                <a:cs typeface="Rajdhani Medium" panose="02000000000000000000" pitchFamily="2" charset="77"/>
              </a:rPr>
              <a:t>linkedin.com/in/stefan-zoerner</a:t>
            </a:r>
          </a:p>
          <a:p>
            <a:pPr marL="342900" indent="-342900">
              <a:spcBef>
                <a:spcPts val="800"/>
              </a:spcBef>
              <a:defRPr/>
            </a:pPr>
            <a:endParaRPr lang="de-DE" kern="0" noProof="1">
              <a:latin typeface="Rajdhani Medium" panose="02000000000000000000" pitchFamily="2" charset="77"/>
              <a:cs typeface="Rajdhani Medium" panose="02000000000000000000" pitchFamily="2" charset="77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FD4A000-29B8-894B-63E8-6D3DB7FC1110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959" y="3180793"/>
            <a:ext cx="321451" cy="321451"/>
          </a:xfrm>
          <a:prstGeom prst="rect">
            <a:avLst/>
          </a:prstGeom>
        </p:spPr>
      </p:pic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F8C76E4-676F-8B3A-4C14-4D03BF63E435}"/>
              </a:ext>
            </a:extLst>
          </p:cNvPr>
          <p:cNvSpPr txBox="1">
            <a:spLocks/>
          </p:cNvSpPr>
          <p:nvPr/>
        </p:nvSpPr>
        <p:spPr>
          <a:xfrm>
            <a:off x="563864" y="1217603"/>
            <a:ext cx="439248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12738" indent="-3127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tabLst/>
              <a:defRPr sz="24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763588" indent="-306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tabLst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b="1" dirty="0">
                <a:solidFill>
                  <a:schemeClr val="accent1"/>
                </a:solidFill>
                <a:effectLst/>
                <a:latin typeface="Rajdhani Medium" panose="02000000000000000000" pitchFamily="2" charset="77"/>
              </a:rPr>
              <a:t>Ich freue mich auf Eure Fragen!</a:t>
            </a:r>
            <a:endParaRPr lang="de-DE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01690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D88CA4EA-D80A-C44E-970A-A9617A9F9324}"/>
              </a:ext>
            </a:extLst>
          </p:cNvPr>
          <p:cNvSpPr/>
          <p:nvPr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75A6C8B-B632-8343-8415-B4B6AAC8D78B}"/>
              </a:ext>
            </a:extLst>
          </p:cNvPr>
          <p:cNvSpPr/>
          <p:nvPr/>
        </p:nvSpPr>
        <p:spPr>
          <a:xfrm>
            <a:off x="4572001" y="-92546"/>
            <a:ext cx="4608512" cy="523604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DB2E9C7-494A-0340-BDFA-88E248D97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915566"/>
            <a:ext cx="3888432" cy="1090519"/>
          </a:xfrm>
        </p:spPr>
        <p:txBody>
          <a:bodyPr/>
          <a:lstStyle/>
          <a:p>
            <a:pPr algn="l"/>
            <a:r>
              <a:rPr lang="de-DE" sz="4800" dirty="0">
                <a:solidFill>
                  <a:schemeClr val="bg1"/>
                </a:solidFill>
                <a:ea typeface="Helvetica Neue Condensed Black" panose="02000503000000020004" pitchFamily="2" charset="0"/>
              </a:rPr>
              <a:t>Feedback &amp;</a:t>
            </a:r>
            <a:br>
              <a:rPr lang="de-DE" sz="4800" dirty="0">
                <a:solidFill>
                  <a:schemeClr val="bg1"/>
                </a:solidFill>
                <a:ea typeface="Helvetica Neue Condensed Black" panose="02000503000000020004" pitchFamily="2" charset="0"/>
              </a:rPr>
            </a:br>
            <a:r>
              <a:rPr lang="de-DE" sz="4800" dirty="0">
                <a:solidFill>
                  <a:schemeClr val="bg1"/>
                </a:solidFill>
                <a:ea typeface="Helvetica Neue Condensed Black" panose="02000503000000020004" pitchFamily="2" charset="0"/>
              </a:rPr>
              <a:t>Fragen?</a:t>
            </a:r>
            <a:endParaRPr lang="de-DE" sz="4000" dirty="0">
              <a:solidFill>
                <a:schemeClr val="bg1"/>
              </a:solidFill>
            </a:endParaRP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A158F24-9509-7E4B-B9F6-93B65617B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481" y="2355726"/>
            <a:ext cx="3888432" cy="2347773"/>
          </a:xfrm>
        </p:spPr>
        <p:txBody>
          <a:bodyPr>
            <a:normAutofit/>
          </a:bodyPr>
          <a:lstStyle/>
          <a:p>
            <a:pPr algn="l"/>
            <a:r>
              <a:rPr lang="de-AT" sz="2400" dirty="0">
                <a:solidFill>
                  <a:schemeClr val="bg1"/>
                </a:solidFill>
              </a:rPr>
              <a:t>Wir freuen uns auf Fragen, </a:t>
            </a:r>
          </a:p>
          <a:p>
            <a:pPr algn="l"/>
            <a:r>
              <a:rPr lang="de-AT" sz="2400" dirty="0">
                <a:solidFill>
                  <a:schemeClr val="bg1"/>
                </a:solidFill>
              </a:rPr>
              <a:t>Diskussionen, Anregungen!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E8DD151-6E68-6E4C-9058-EDFDB2A2D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957" y="452586"/>
            <a:ext cx="4711452" cy="471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517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Macintosh PowerPoint</Application>
  <PresentationFormat>Bildschirmpräsentation (16:9)</PresentationFormat>
  <Paragraphs>11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4" baseType="lpstr">
      <vt:lpstr>Arial</vt:lpstr>
      <vt:lpstr>Calibri</vt:lpstr>
      <vt:lpstr>Corbel</vt:lpstr>
      <vt:lpstr>Fira Sans Light</vt:lpstr>
      <vt:lpstr>Fira Sans Medium</vt:lpstr>
      <vt:lpstr>Helvetica Neue Condensed Black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Vielen Dank.</vt:lpstr>
      <vt:lpstr>Feedback &amp; 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35</cp:revision>
  <dcterms:created xsi:type="dcterms:W3CDTF">2023-04-26T09:40:20Z</dcterms:created>
  <dcterms:modified xsi:type="dcterms:W3CDTF">2024-04-28T13:11:12Z</dcterms:modified>
</cp:coreProperties>
</file>