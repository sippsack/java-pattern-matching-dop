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3"/>
  </p:notesMasterIdLst>
  <p:handoutMasterIdLst>
    <p:handoutMasterId r:id="rId4"/>
  </p:handoutMasterIdLst>
  <p:sldIdLst>
    <p:sldId id="1763" r:id="rId2"/>
  </p:sldIdLst>
  <p:sldSz cx="9144000" cy="5143500" type="screen16x9"/>
  <p:notesSz cx="6797675" cy="9926638"/>
  <p:custDataLst>
    <p:tags r:id="rId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9D1"/>
    <a:srgbClr val="83D5D6"/>
    <a:srgbClr val="B6D8D5"/>
    <a:srgbClr val="83CBF0"/>
    <a:srgbClr val="EDAFAD"/>
    <a:srgbClr val="F8EAAE"/>
    <a:srgbClr val="F7DD49"/>
    <a:srgbClr val="F8D896"/>
    <a:srgbClr val="EDEDED"/>
    <a:srgbClr val="2AA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5" autoAdjust="0"/>
    <p:restoredTop sz="89072" autoAdjust="0"/>
  </p:normalViewPr>
  <p:slideViewPr>
    <p:cSldViewPr>
      <p:cViewPr varScale="1">
        <p:scale>
          <a:sx n="129" d="100"/>
          <a:sy n="129" d="100"/>
        </p:scale>
        <p:origin x="168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160" y="76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54BED6-7E71-8D4E-AF0F-356210A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81" y="-797321"/>
            <a:ext cx="1915967" cy="27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28.04.24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9CFE3BA-6D77-934F-97D9-5259DC9DB7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8763" y="4360355"/>
            <a:ext cx="1535725" cy="5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40368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Fundus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9FD338-C87D-7742-ABE3-889403754C7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B6D1CA-EF96-AB81-C254-A914BB075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Folien als PDF zum Download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ADDE043-49E0-2B62-2BDB-7108767FE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31590"/>
            <a:ext cx="5223309" cy="4320811"/>
          </a:xfrm>
          <a:prstGeom prst="rect">
            <a:avLst/>
          </a:prstGeom>
        </p:spPr>
      </p:pic>
      <p:sp>
        <p:nvSpPr>
          <p:cNvPr id="4" name="Text Box 4">
            <a:extLst>
              <a:ext uri="{FF2B5EF4-FFF2-40B4-BE49-F238E27FC236}">
                <a16:creationId xmlns:a16="http://schemas.microsoft.com/office/drawing/2014/main" id="{390FF0F7-5360-EE7D-9316-B04056A679E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508104" y="4460782"/>
            <a:ext cx="3452980" cy="46384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r" eaLnBrk="0" hangingPunct="0"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è"/>
              <a:tabLst>
                <a:tab pos="265113" algn="l"/>
              </a:tabLst>
            </a:pPr>
            <a:r>
              <a:rPr lang="de-DE" sz="2400" noProof="1">
                <a:solidFill>
                  <a:schemeClr val="tx2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 </a:t>
            </a:r>
            <a:r>
              <a:rPr lang="de-DE" sz="2400" noProof="1">
                <a:solidFill>
                  <a:schemeClr val="bg1">
                    <a:lumMod val="50000"/>
                  </a:schemeClr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embarc.de/download/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9C9B3A0-FD91-5FDA-AF76-E376F5127FF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43146" y="1742789"/>
            <a:ext cx="2182895" cy="219022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B62ED656-D927-CD2F-2709-D8D04C53DF71}"/>
              </a:ext>
            </a:extLst>
          </p:cNvPr>
          <p:cNvSpPr/>
          <p:nvPr/>
        </p:nvSpPr>
        <p:spPr>
          <a:xfrm>
            <a:off x="683568" y="4876006"/>
            <a:ext cx="216024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62686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Macintosh PowerPoint</Application>
  <PresentationFormat>Bildschirmpräsentation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12" baseType="lpstr">
      <vt:lpstr>Arial</vt:lpstr>
      <vt:lpstr>Calibri</vt:lpstr>
      <vt:lpstr>Corbel</vt:lpstr>
      <vt:lpstr>Fira Sans Light</vt:lpstr>
      <vt:lpstr>Fira Sans Medium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Folien als PDF zum Download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29</cp:revision>
  <dcterms:created xsi:type="dcterms:W3CDTF">2023-04-26T09:40:20Z</dcterms:created>
  <dcterms:modified xsi:type="dcterms:W3CDTF">2024-04-28T13:11:40Z</dcterms:modified>
</cp:coreProperties>
</file>